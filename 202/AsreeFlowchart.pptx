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58" r:id="rId5"/>
  </p:sldIdLst>
  <p:sldSz cx="12192000" cy="6858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C257F-A6C4-B793-0FE9-E199EF8452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2E875A-119A-8E17-EA27-CA3F097FD3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7B301E-E214-914A-0C0F-76A411F8E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6FE9E-0D03-491D-A1C0-30A83B66271A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E1C72-6B08-5101-6E3E-158D32D4F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BACF2-C5B7-F0EE-2238-71AFA7FD2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E9314-2D38-47BC-BECB-DB6007912B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674125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5F497-80A1-934C-5972-8936C81F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8C0FC-B4B8-F75D-8EB7-CE5DF65D1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335C5-B125-0BBA-BC32-47463945E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6FE9E-0D03-491D-A1C0-30A83B66271A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9B94C-5056-AD1F-38BD-5190512DB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5D632-0260-63AE-22E6-38B4C2445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E9314-2D38-47BC-BECB-DB6007912B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322258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4A6C8-C4C8-D1C4-5415-57BB50002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114D70-7473-12D0-653E-4B69C6C3E7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E57468-A267-AB6F-5E79-511D1755C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6FE9E-0D03-491D-A1C0-30A83B66271A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B75D7-969D-CC4B-0CFD-3F774AD85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6FA9A2-F32B-6C79-3307-3CA291B27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E9314-2D38-47BC-BECB-DB6007912B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2347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6DDAF-9F8C-6F28-E642-0EE3AD44E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DCE40-C645-5E01-72E9-759967ADDA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C99096-619E-CD6D-59DB-D156133A14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A02F24-9068-FF0B-6D87-3E95E530B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6FE9E-0D03-491D-A1C0-30A83B66271A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36EF38-F6CD-2F81-6F2E-138A1CA03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B41059-44C3-69B7-9452-2AEB462CB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E9314-2D38-47BC-BECB-DB6007912B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213828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3E780-E09B-49F8-DD6C-91A1D5566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BE5F01-64F9-8C8F-CB32-803C7A1A04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C15451-BC45-B990-50B1-B906A3B40F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00DBCD-2AF0-6F18-60C0-DCEB8DFC8B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FA84DD-4BC4-65F6-8117-E2F2E2D51D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CFAE26-A3A5-03EB-4E03-056A0BA676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6FE9E-0D03-491D-A1C0-30A83B66271A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F87CAD-82C8-6A9E-0E35-0C261091A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3344E4-F931-00AE-A999-D9988A68A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E9314-2D38-47BC-BECB-DB6007912B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299388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884AA-3620-9D0B-CEC4-C3D9A0838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7EEA51-2C56-4ED0-0654-8A5E7AEDE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6FE9E-0D03-491D-A1C0-30A83B66271A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A5727-0165-F831-E5B1-622578DE2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AE0184-C02C-61D4-4031-1941E9CB0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E9314-2D38-47BC-BECB-DB6007912B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114855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097C4B-B538-5C75-C8D6-525BD74B4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6FE9E-0D03-491D-A1C0-30A83B66271A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5E3439-9605-73C2-DD86-C35530068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1B7FF0-BEED-2918-D9D0-E459DBD3C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E9314-2D38-47BC-BECB-DB6007912B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405305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64302-0304-BBAA-7EBD-119229A2E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65EF97-5177-CA95-CCB7-28BE940D74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244D50-4BB1-42FA-EE0F-1C18EE9021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E2544A-624A-DCA0-9AAB-398C4590A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6FE9E-0D03-491D-A1C0-30A83B66271A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B2945D-4359-D0D1-C308-DF8FB2BF1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DD9B66-9A08-9BBA-32C5-173686DA1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E9314-2D38-47BC-BECB-DB6007912B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28686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EE508-85EB-2664-9361-C932DF74D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81B5C3-9DEB-6E97-5526-6BA1090A54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303C3A-E6AA-2619-894C-5D4081D3E2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0DB122-DFFC-ECBE-078F-FE8B75DAB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6FE9E-0D03-491D-A1C0-30A83B66271A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B0BB14-89EF-DDFE-DDC7-8DE42CB21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49135-EFDF-4B38-2F88-50D115B17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E9314-2D38-47BC-BECB-DB6007912B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4744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A6992-0EA5-A14B-F598-F4921FE69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328C41-A2AB-B2A0-E34D-ABC3756E6C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2AA0AF-BA4B-4FB4-E3FE-3BD37795C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6FE9E-0D03-491D-A1C0-30A83B66271A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24020-6011-1EE0-0D1B-B31D12CA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0417DA-435C-C40F-A9FC-4DA2868B3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E9314-2D38-47BC-BECB-DB6007912B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7290879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3E3F7C-8C31-0711-C5BD-A97272E28B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E5D861-D83E-B175-F285-8B4AF13B8B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98843-E55E-6644-D3B2-47F446B40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16FE9E-0D03-491D-A1C0-30A83B66271A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C6B2CC-25A0-A7EB-C4D9-A81E48594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F28E5-B50C-89F9-22A4-357280C3F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E9314-2D38-47BC-BECB-DB6007912B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48286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CE127D-AD86-FCCD-83C0-CD3F95A36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93CF05-BDDF-8C9A-7135-12E1C4539C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3F1861-3016-93BF-E44C-4C8E4C8F1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16FE9E-0D03-491D-A1C0-30A83B66271A}" type="datetimeFigureOut">
              <a:rPr lang="th-TH" smtClean="0"/>
              <a:t>22/10/69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4FDFB-5894-8CA0-84DD-1513AB1432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23779-009D-2668-DC3D-2D950EE9F4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EE9314-2D38-47BC-BECB-DB6007912BD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4322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04B7D75-BA62-6F28-FF77-7EA731AFA79C}"/>
              </a:ext>
            </a:extLst>
          </p:cNvPr>
          <p:cNvSpPr/>
          <p:nvPr/>
        </p:nvSpPr>
        <p:spPr>
          <a:xfrm>
            <a:off x="4375535" y="77460"/>
            <a:ext cx="2269067" cy="524934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เริ่มต้น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D50F29-A2E7-15A2-9F76-2B88C1AE5029}"/>
              </a:ext>
            </a:extLst>
          </p:cNvPr>
          <p:cNvSpPr/>
          <p:nvPr/>
        </p:nvSpPr>
        <p:spPr>
          <a:xfrm>
            <a:off x="4484736" y="881758"/>
            <a:ext cx="2050665" cy="52493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สอบประมวลผล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6D2DDA9-ACD3-3C9D-23A2-B1A2EC219E58}"/>
              </a:ext>
            </a:extLst>
          </p:cNvPr>
          <p:cNvSpPr/>
          <p:nvPr/>
        </p:nvSpPr>
        <p:spPr>
          <a:xfrm>
            <a:off x="4424241" y="6394668"/>
            <a:ext cx="2196000" cy="432000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สิ้นสุด</a:t>
            </a:r>
            <a:endParaRPr lang="en-US" dirty="0"/>
          </a:p>
        </p:txBody>
      </p:sp>
      <p:sp>
        <p:nvSpPr>
          <p:cNvPr id="9" name="Flowchart: Decision 8">
            <a:extLst>
              <a:ext uri="{FF2B5EF4-FFF2-40B4-BE49-F238E27FC236}">
                <a16:creationId xmlns:a16="http://schemas.microsoft.com/office/drawing/2014/main" id="{E80D0862-9879-2891-EC1F-D7A0AB225A9E}"/>
              </a:ext>
            </a:extLst>
          </p:cNvPr>
          <p:cNvSpPr/>
          <p:nvPr/>
        </p:nvSpPr>
        <p:spPr>
          <a:xfrm>
            <a:off x="4520717" y="1759872"/>
            <a:ext cx="1964266" cy="728133"/>
          </a:xfrm>
          <a:prstGeom prst="flowChartDecision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2400" dirty="0"/>
              <a:t>คะแนน</a:t>
            </a:r>
            <a:endParaRPr lang="en-US" sz="2400" dirty="0"/>
          </a:p>
          <a:p>
            <a:pPr algn="ctr"/>
            <a:r>
              <a:rPr lang="en-US" sz="2000" dirty="0"/>
              <a:t>&lt; 50</a:t>
            </a:r>
            <a:endParaRPr lang="th-TH" sz="20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782D7D0-E253-A9CD-0149-FED2CD43C083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 flipH="1">
            <a:off x="5502850" y="1406692"/>
            <a:ext cx="7219" cy="3531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EAF23B32-D7A5-C63F-404F-3FCA39179DDC}"/>
              </a:ext>
            </a:extLst>
          </p:cNvPr>
          <p:cNvSpPr/>
          <p:nvPr/>
        </p:nvSpPr>
        <p:spPr>
          <a:xfrm>
            <a:off x="8102600" y="1955435"/>
            <a:ext cx="1490133" cy="33700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ไม่ผ่าน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B95205B-4926-F301-17C5-3D1101EE0FD1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>
            <a:off x="5510069" y="602394"/>
            <a:ext cx="0" cy="2793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535AEE5C-BF57-AEE7-F14F-616AC4AD2BE6}"/>
              </a:ext>
            </a:extLst>
          </p:cNvPr>
          <p:cNvCxnSpPr>
            <a:cxnSpLocks/>
            <a:stCxn id="97" idx="2"/>
            <a:endCxn id="8" idx="0"/>
          </p:cNvCxnSpPr>
          <p:nvPr/>
        </p:nvCxnSpPr>
        <p:spPr>
          <a:xfrm flipH="1">
            <a:off x="5522241" y="6165491"/>
            <a:ext cx="1" cy="2291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Rectangle 96">
            <a:extLst>
              <a:ext uri="{FF2B5EF4-FFF2-40B4-BE49-F238E27FC236}">
                <a16:creationId xmlns:a16="http://schemas.microsoft.com/office/drawing/2014/main" id="{3E54549E-73AE-C530-8948-55883A0B0C94}"/>
              </a:ext>
            </a:extLst>
          </p:cNvPr>
          <p:cNvSpPr/>
          <p:nvPr/>
        </p:nvSpPr>
        <p:spPr>
          <a:xfrm>
            <a:off x="4496909" y="5640557"/>
            <a:ext cx="2050665" cy="524934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ประกาศผลสอบ</a:t>
            </a:r>
          </a:p>
        </p:txBody>
      </p:sp>
      <p:sp>
        <p:nvSpPr>
          <p:cNvPr id="10" name="Flowchart: Decision 9">
            <a:extLst>
              <a:ext uri="{FF2B5EF4-FFF2-40B4-BE49-F238E27FC236}">
                <a16:creationId xmlns:a16="http://schemas.microsoft.com/office/drawing/2014/main" id="{7F0B74E5-EBA9-06ED-3513-091D18E852AB}"/>
              </a:ext>
            </a:extLst>
          </p:cNvPr>
          <p:cNvSpPr/>
          <p:nvPr/>
        </p:nvSpPr>
        <p:spPr>
          <a:xfrm>
            <a:off x="4524325" y="2965434"/>
            <a:ext cx="1964267" cy="728133"/>
          </a:xfrm>
          <a:prstGeom prst="flowChartDecision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2400" dirty="0"/>
              <a:t>คะแนน</a:t>
            </a:r>
            <a:endParaRPr lang="en-US" sz="2400" dirty="0"/>
          </a:p>
          <a:p>
            <a:pPr algn="ctr"/>
            <a:r>
              <a:rPr lang="en-US" sz="2000" dirty="0"/>
              <a:t>&lt; 75 </a:t>
            </a:r>
            <a:endParaRPr lang="th-TH" sz="20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0AA25A1-CACF-A84E-6282-5715955F2B1D}"/>
              </a:ext>
            </a:extLst>
          </p:cNvPr>
          <p:cNvSpPr/>
          <p:nvPr/>
        </p:nvSpPr>
        <p:spPr>
          <a:xfrm>
            <a:off x="8102600" y="3118905"/>
            <a:ext cx="1490133" cy="33700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ผ่าน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B8AEAC62-C6D2-B213-34E4-442CB0E6F3CF}"/>
              </a:ext>
            </a:extLst>
          </p:cNvPr>
          <p:cNvCxnSpPr>
            <a:cxnSpLocks/>
            <a:stCxn id="9" idx="3"/>
          </p:cNvCxnSpPr>
          <p:nvPr/>
        </p:nvCxnSpPr>
        <p:spPr>
          <a:xfrm flipV="1">
            <a:off x="6484983" y="2123938"/>
            <a:ext cx="161761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733A529-7476-70BE-5F22-FD3F2A3BE1C5}"/>
              </a:ext>
            </a:extLst>
          </p:cNvPr>
          <p:cNvCxnSpPr>
            <a:stCxn id="24" idx="2"/>
            <a:endCxn id="18" idx="0"/>
          </p:cNvCxnSpPr>
          <p:nvPr/>
        </p:nvCxnSpPr>
        <p:spPr>
          <a:xfrm>
            <a:off x="8847667" y="2292440"/>
            <a:ext cx="0" cy="8264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011B791-4C4C-FB18-3121-7F90442437D6}"/>
              </a:ext>
            </a:extLst>
          </p:cNvPr>
          <p:cNvCxnSpPr>
            <a:cxnSpLocks/>
          </p:cNvCxnSpPr>
          <p:nvPr/>
        </p:nvCxnSpPr>
        <p:spPr>
          <a:xfrm flipV="1">
            <a:off x="6484982" y="3323509"/>
            <a:ext cx="161761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lowchart: Decision 26">
            <a:extLst>
              <a:ext uri="{FF2B5EF4-FFF2-40B4-BE49-F238E27FC236}">
                <a16:creationId xmlns:a16="http://schemas.microsoft.com/office/drawing/2014/main" id="{914B2D99-ED14-9292-2CFD-61E9FDBF5337}"/>
              </a:ext>
            </a:extLst>
          </p:cNvPr>
          <p:cNvSpPr/>
          <p:nvPr/>
        </p:nvSpPr>
        <p:spPr>
          <a:xfrm>
            <a:off x="4516480" y="4115338"/>
            <a:ext cx="1964267" cy="728133"/>
          </a:xfrm>
          <a:prstGeom prst="flowChartDecision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2400" dirty="0"/>
              <a:t>คะแนน</a:t>
            </a:r>
            <a:endParaRPr lang="en-US" sz="2400" dirty="0"/>
          </a:p>
          <a:p>
            <a:pPr algn="ctr"/>
            <a:r>
              <a:rPr lang="en-US" sz="2000" dirty="0"/>
              <a:t>&lt; 85</a:t>
            </a:r>
            <a:endParaRPr lang="th-TH" sz="20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291E2DF-D354-CF2B-9A31-94DA20D11ED9}"/>
              </a:ext>
            </a:extLst>
          </p:cNvPr>
          <p:cNvSpPr/>
          <p:nvPr/>
        </p:nvSpPr>
        <p:spPr>
          <a:xfrm>
            <a:off x="8102599" y="4313531"/>
            <a:ext cx="1490133" cy="33700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dirty="0"/>
              <a:t>ดีเยี่ยม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293FB48-72EA-EF67-95FB-D4B873257C85}"/>
              </a:ext>
            </a:extLst>
          </p:cNvPr>
          <p:cNvCxnSpPr>
            <a:cxnSpLocks/>
          </p:cNvCxnSpPr>
          <p:nvPr/>
        </p:nvCxnSpPr>
        <p:spPr>
          <a:xfrm flipV="1">
            <a:off x="6484981" y="4486979"/>
            <a:ext cx="161761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BB13218-49E7-606D-0495-DFD8B73ECEB0}"/>
              </a:ext>
            </a:extLst>
          </p:cNvPr>
          <p:cNvCxnSpPr>
            <a:stCxn id="18" idx="2"/>
            <a:endCxn id="28" idx="0"/>
          </p:cNvCxnSpPr>
          <p:nvPr/>
        </p:nvCxnSpPr>
        <p:spPr>
          <a:xfrm flipH="1">
            <a:off x="8847666" y="3455910"/>
            <a:ext cx="1" cy="8576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D3DFF642-A394-9912-6084-84033FD426D3}"/>
              </a:ext>
            </a:extLst>
          </p:cNvPr>
          <p:cNvCxnSpPr>
            <a:cxnSpLocks/>
            <a:endCxn id="97" idx="0"/>
          </p:cNvCxnSpPr>
          <p:nvPr/>
        </p:nvCxnSpPr>
        <p:spPr>
          <a:xfrm flipH="1">
            <a:off x="5522242" y="5451308"/>
            <a:ext cx="6490" cy="1892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E58BA46-E146-368B-1538-3D783A27FA72}"/>
              </a:ext>
            </a:extLst>
          </p:cNvPr>
          <p:cNvCxnSpPr>
            <a:cxnSpLocks/>
          </p:cNvCxnSpPr>
          <p:nvPr/>
        </p:nvCxnSpPr>
        <p:spPr>
          <a:xfrm>
            <a:off x="3603328" y="5451308"/>
            <a:ext cx="663287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AE8EF60F-9F3A-6C87-7F70-15CA80BBD25F}"/>
              </a:ext>
            </a:extLst>
          </p:cNvPr>
          <p:cNvCxnSpPr>
            <a:stCxn id="28" idx="2"/>
          </p:cNvCxnSpPr>
          <p:nvPr/>
        </p:nvCxnSpPr>
        <p:spPr>
          <a:xfrm flipH="1">
            <a:off x="8847665" y="4650536"/>
            <a:ext cx="1" cy="8007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7AB80D32-72FB-C4DB-E329-BE4705CCCE4F}"/>
              </a:ext>
            </a:extLst>
          </p:cNvPr>
          <p:cNvSpPr/>
          <p:nvPr/>
        </p:nvSpPr>
        <p:spPr>
          <a:xfrm>
            <a:off x="2881889" y="4713917"/>
            <a:ext cx="1490133" cy="337005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sz="2400" dirty="0"/>
              <a:t>ดีเลิศ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B9128213-81A9-04EF-5551-65A7F547E144}"/>
              </a:ext>
            </a:extLst>
          </p:cNvPr>
          <p:cNvCxnSpPr>
            <a:cxnSpLocks/>
            <a:stCxn id="27" idx="1"/>
          </p:cNvCxnSpPr>
          <p:nvPr/>
        </p:nvCxnSpPr>
        <p:spPr>
          <a:xfrm flipH="1">
            <a:off x="3603328" y="4479405"/>
            <a:ext cx="91315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BEFA22E9-0877-2BD7-2579-0508C6E08DBA}"/>
              </a:ext>
            </a:extLst>
          </p:cNvPr>
          <p:cNvCxnSpPr>
            <a:cxnSpLocks/>
            <a:endCxn id="62" idx="0"/>
          </p:cNvCxnSpPr>
          <p:nvPr/>
        </p:nvCxnSpPr>
        <p:spPr>
          <a:xfrm>
            <a:off x="3626955" y="4486979"/>
            <a:ext cx="1" cy="2269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1D046C72-F539-160E-6F50-AF32B05750F4}"/>
              </a:ext>
            </a:extLst>
          </p:cNvPr>
          <p:cNvCxnSpPr>
            <a:stCxn id="62" idx="2"/>
          </p:cNvCxnSpPr>
          <p:nvPr/>
        </p:nvCxnSpPr>
        <p:spPr>
          <a:xfrm flipH="1">
            <a:off x="3626955" y="5050922"/>
            <a:ext cx="1" cy="4003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91DFE57C-215B-A5E4-E008-A5D45FAF6F46}"/>
              </a:ext>
            </a:extLst>
          </p:cNvPr>
          <p:cNvCxnSpPr>
            <a:stCxn id="24" idx="3"/>
          </p:cNvCxnSpPr>
          <p:nvPr/>
        </p:nvCxnSpPr>
        <p:spPr>
          <a:xfrm flipV="1">
            <a:off x="9592733" y="2123937"/>
            <a:ext cx="635000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614A02B3-817D-A517-1D84-F1863DE299D0}"/>
              </a:ext>
            </a:extLst>
          </p:cNvPr>
          <p:cNvCxnSpPr/>
          <p:nvPr/>
        </p:nvCxnSpPr>
        <p:spPr>
          <a:xfrm>
            <a:off x="10236200" y="2123937"/>
            <a:ext cx="0" cy="33273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78E46992-3535-02C4-2591-47BCD6C826C8}"/>
              </a:ext>
            </a:extLst>
          </p:cNvPr>
          <p:cNvSpPr txBox="1"/>
          <p:nvPr/>
        </p:nvSpPr>
        <p:spPr>
          <a:xfrm>
            <a:off x="3309981" y="4144392"/>
            <a:ext cx="16679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Score &gt;= 85</a:t>
            </a:r>
            <a:endParaRPr lang="th-TH" sz="1800" dirty="0"/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9FFD052D-F0C3-6137-37B3-5254B208F454}"/>
              </a:ext>
            </a:extLst>
          </p:cNvPr>
          <p:cNvCxnSpPr>
            <a:cxnSpLocks/>
            <a:stCxn id="9" idx="2"/>
            <a:endCxn id="10" idx="0"/>
          </p:cNvCxnSpPr>
          <p:nvPr/>
        </p:nvCxnSpPr>
        <p:spPr>
          <a:xfrm>
            <a:off x="5502850" y="2488005"/>
            <a:ext cx="3609" cy="4774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B0E00181-0D55-895E-0D5B-AE05D3437585}"/>
              </a:ext>
            </a:extLst>
          </p:cNvPr>
          <p:cNvCxnSpPr>
            <a:stCxn id="10" idx="2"/>
            <a:endCxn id="27" idx="0"/>
          </p:cNvCxnSpPr>
          <p:nvPr/>
        </p:nvCxnSpPr>
        <p:spPr>
          <a:xfrm flipH="1">
            <a:off x="5498614" y="3693567"/>
            <a:ext cx="7845" cy="4217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2AA67471-1523-1E0E-AA39-EA0B85A964AA}"/>
              </a:ext>
            </a:extLst>
          </p:cNvPr>
          <p:cNvSpPr txBox="1"/>
          <p:nvPr/>
        </p:nvSpPr>
        <p:spPr>
          <a:xfrm>
            <a:off x="241276" y="681703"/>
            <a:ext cx="39026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If(a2&lt;=50, “</a:t>
            </a:r>
            <a:r>
              <a:rPr lang="th-TH" sz="2000" dirty="0"/>
              <a:t>ไม่ผ่าน</a:t>
            </a:r>
            <a:r>
              <a:rPr lang="en-US" sz="2000"/>
              <a:t>”, if(a2&lt;75,” </a:t>
            </a:r>
            <a:r>
              <a:rPr lang="en-US" sz="2000" dirty="0"/>
              <a:t>“</a:t>
            </a:r>
            <a:r>
              <a:rPr lang="th-TH" sz="2000" dirty="0"/>
              <a:t>ดีเลิศ</a:t>
            </a:r>
            <a:r>
              <a:rPr lang="en-US" sz="2000" dirty="0"/>
              <a:t>”)</a:t>
            </a:r>
            <a:endParaRPr lang="th-TH" sz="2000" dirty="0"/>
          </a:p>
        </p:txBody>
      </p:sp>
    </p:spTree>
    <p:extLst>
      <p:ext uri="{BB962C8B-B14F-4D97-AF65-F5344CB8AC3E}">
        <p14:creationId xmlns:p14="http://schemas.microsoft.com/office/powerpoint/2010/main" val="4046000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692F8FE-CEEF-E07E-3718-DEAF5CC14438}"/>
              </a:ext>
            </a:extLst>
          </p:cNvPr>
          <p:cNvSpPr/>
          <p:nvPr/>
        </p:nvSpPr>
        <p:spPr>
          <a:xfrm>
            <a:off x="1752600" y="1363134"/>
            <a:ext cx="1574800" cy="57573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th-TH" b="1" dirty="0"/>
              <a:t>จังหวัด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45BE474-3250-1ACD-022B-1F2D486BB9DD}"/>
              </a:ext>
            </a:extLst>
          </p:cNvPr>
          <p:cNvGrpSpPr/>
          <p:nvPr/>
        </p:nvGrpSpPr>
        <p:grpSpPr>
          <a:xfrm>
            <a:off x="325968" y="246386"/>
            <a:ext cx="1879600" cy="523220"/>
            <a:chOff x="325968" y="246386"/>
            <a:chExt cx="1879600" cy="5232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7C91420-D332-A6C7-A6EB-1981DEB4F9F1}"/>
                </a:ext>
              </a:extLst>
            </p:cNvPr>
            <p:cNvSpPr/>
            <p:nvPr/>
          </p:nvSpPr>
          <p:spPr>
            <a:xfrm>
              <a:off x="325968" y="277164"/>
              <a:ext cx="1879600" cy="461665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C60E2EC4-C265-4BB5-897A-2BC03125DD4E}"/>
                </a:ext>
              </a:extLst>
            </p:cNvPr>
            <p:cNvSpPr txBox="1"/>
            <p:nvPr/>
          </p:nvSpPr>
          <p:spPr>
            <a:xfrm>
              <a:off x="711200" y="246386"/>
              <a:ext cx="126989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h-TH" dirty="0"/>
                <a:t>รหัสจังหวัด</a:t>
              </a:r>
            </a:p>
          </p:txBody>
        </p:sp>
      </p:grpSp>
      <p:sp>
        <p:nvSpPr>
          <p:cNvPr id="10" name="Oval 9">
            <a:extLst>
              <a:ext uri="{FF2B5EF4-FFF2-40B4-BE49-F238E27FC236}">
                <a16:creationId xmlns:a16="http://schemas.microsoft.com/office/drawing/2014/main" id="{B7BDECDB-61D6-9E83-D2A6-8563FF45ED7C}"/>
              </a:ext>
            </a:extLst>
          </p:cNvPr>
          <p:cNvSpPr/>
          <p:nvPr/>
        </p:nvSpPr>
        <p:spPr>
          <a:xfrm>
            <a:off x="3230035" y="373873"/>
            <a:ext cx="1879600" cy="46166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064D356-572E-BBD9-DB32-0094EF824A53}"/>
              </a:ext>
            </a:extLst>
          </p:cNvPr>
          <p:cNvGrpSpPr/>
          <p:nvPr/>
        </p:nvGrpSpPr>
        <p:grpSpPr>
          <a:xfrm>
            <a:off x="4754035" y="2422319"/>
            <a:ext cx="5952067" cy="1722397"/>
            <a:chOff x="325968" y="246386"/>
            <a:chExt cx="5952067" cy="1722397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99773D5-9D8B-46C3-D910-FF6ADB54038F}"/>
                </a:ext>
              </a:extLst>
            </p:cNvPr>
            <p:cNvSpPr/>
            <p:nvPr/>
          </p:nvSpPr>
          <p:spPr>
            <a:xfrm>
              <a:off x="1752600" y="1363134"/>
              <a:ext cx="1574800" cy="575733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th-TH" b="1" dirty="0"/>
                <a:t>อำเภอ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1E06F8D4-0700-AC95-33B2-2CB33D25661D}"/>
                </a:ext>
              </a:extLst>
            </p:cNvPr>
            <p:cNvSpPr/>
            <p:nvPr/>
          </p:nvSpPr>
          <p:spPr>
            <a:xfrm>
              <a:off x="325968" y="277164"/>
              <a:ext cx="1879600" cy="461665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31C844D-9BCC-2FB4-9C83-9F9C9C49840D}"/>
                </a:ext>
              </a:extLst>
            </p:cNvPr>
            <p:cNvSpPr txBox="1"/>
            <p:nvPr/>
          </p:nvSpPr>
          <p:spPr>
            <a:xfrm>
              <a:off x="711200" y="246386"/>
              <a:ext cx="122982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h-TH" dirty="0"/>
                <a:t>รหัสอำเภอ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5806DE0F-B09F-F3FB-D1CA-D1C51B9A6FD8}"/>
                </a:ext>
              </a:extLst>
            </p:cNvPr>
            <p:cNvSpPr/>
            <p:nvPr/>
          </p:nvSpPr>
          <p:spPr>
            <a:xfrm>
              <a:off x="3230035" y="373873"/>
              <a:ext cx="1879600" cy="461665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0316469E-CA26-DB2A-6498-7D82D6AAE572}"/>
                </a:ext>
              </a:extLst>
            </p:cNvPr>
            <p:cNvSpPr/>
            <p:nvPr/>
          </p:nvSpPr>
          <p:spPr>
            <a:xfrm>
              <a:off x="4398435" y="1476341"/>
              <a:ext cx="1879600" cy="461665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50BD7C4-1964-290A-183D-3AAB9CB73094}"/>
                </a:ext>
              </a:extLst>
            </p:cNvPr>
            <p:cNvSpPr txBox="1"/>
            <p:nvPr/>
          </p:nvSpPr>
          <p:spPr>
            <a:xfrm>
              <a:off x="3598334" y="343095"/>
              <a:ext cx="1273105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h-TH" dirty="0"/>
                <a:t>ชื่ออำเภอ</a:t>
              </a:r>
              <a:r>
                <a:rPr lang="en-US" dirty="0"/>
                <a:t>T</a:t>
              </a:r>
              <a:endParaRPr lang="th-TH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A9DE3B3-6F4E-633D-7B5A-84B139F9B580}"/>
                </a:ext>
              </a:extLst>
            </p:cNvPr>
            <p:cNvSpPr txBox="1"/>
            <p:nvPr/>
          </p:nvSpPr>
          <p:spPr>
            <a:xfrm>
              <a:off x="4681645" y="1445563"/>
              <a:ext cx="130195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h-TH" dirty="0"/>
                <a:t>ชื่ออำเภอ</a:t>
              </a:r>
              <a:r>
                <a:rPr lang="en-US" dirty="0"/>
                <a:t>E</a:t>
              </a:r>
              <a:endParaRPr lang="th-TH" dirty="0"/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B5427A35-946F-0D4D-EE28-64410702C7A3}"/>
                </a:ext>
              </a:extLst>
            </p:cNvPr>
            <p:cNvCxnSpPr>
              <a:stCxn id="24" idx="0"/>
              <a:endCxn id="26" idx="2"/>
            </p:cNvCxnSpPr>
            <p:nvPr/>
          </p:nvCxnSpPr>
          <p:spPr>
            <a:xfrm flipH="1" flipV="1">
              <a:off x="1326112" y="769606"/>
              <a:ext cx="1213888" cy="59352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36D85073-3A9C-425B-3DBA-494C39DBF0B2}"/>
                </a:ext>
              </a:extLst>
            </p:cNvPr>
            <p:cNvCxnSpPr>
              <a:stCxn id="24" idx="0"/>
              <a:endCxn id="29" idx="2"/>
            </p:cNvCxnSpPr>
            <p:nvPr/>
          </p:nvCxnSpPr>
          <p:spPr>
            <a:xfrm flipV="1">
              <a:off x="2540000" y="866315"/>
              <a:ext cx="1694887" cy="49681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CD5A3BEB-1745-2336-B5D7-0561AC0439B3}"/>
                </a:ext>
              </a:extLst>
            </p:cNvPr>
            <p:cNvCxnSpPr>
              <a:cxnSpLocks/>
              <a:stCxn id="24" idx="3"/>
              <a:endCxn id="28" idx="2"/>
            </p:cNvCxnSpPr>
            <p:nvPr/>
          </p:nvCxnSpPr>
          <p:spPr>
            <a:xfrm>
              <a:off x="3327400" y="1651001"/>
              <a:ext cx="1071035" cy="5617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579CB21-10F8-D767-7D04-4E5C865B7384}"/>
              </a:ext>
            </a:extLst>
          </p:cNvPr>
          <p:cNvCxnSpPr>
            <a:cxnSpLocks/>
            <a:endCxn id="40" idx="0"/>
          </p:cNvCxnSpPr>
          <p:nvPr/>
        </p:nvCxnSpPr>
        <p:spPr>
          <a:xfrm>
            <a:off x="3558330" y="2811412"/>
            <a:ext cx="0" cy="60651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0" name="Group 59">
            <a:extLst>
              <a:ext uri="{FF2B5EF4-FFF2-40B4-BE49-F238E27FC236}">
                <a16:creationId xmlns:a16="http://schemas.microsoft.com/office/drawing/2014/main" id="{D1619560-52A7-68F5-A17D-759F13F84249}"/>
              </a:ext>
            </a:extLst>
          </p:cNvPr>
          <p:cNvGrpSpPr/>
          <p:nvPr/>
        </p:nvGrpSpPr>
        <p:grpSpPr>
          <a:xfrm>
            <a:off x="9066957" y="4231521"/>
            <a:ext cx="1879600" cy="523220"/>
            <a:chOff x="325968" y="246386"/>
            <a:chExt cx="1879600" cy="523220"/>
          </a:xfrm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C2D10012-5F8C-55A1-9C5A-4BD4D7AE502D}"/>
                </a:ext>
              </a:extLst>
            </p:cNvPr>
            <p:cNvSpPr/>
            <p:nvPr/>
          </p:nvSpPr>
          <p:spPr>
            <a:xfrm>
              <a:off x="325968" y="277164"/>
              <a:ext cx="1879600" cy="461665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8B9B3CFE-67FD-1DE5-B86D-4E3DBC38E972}"/>
                </a:ext>
              </a:extLst>
            </p:cNvPr>
            <p:cNvSpPr txBox="1"/>
            <p:nvPr/>
          </p:nvSpPr>
          <p:spPr>
            <a:xfrm>
              <a:off x="711200" y="246386"/>
              <a:ext cx="126989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h-TH" dirty="0"/>
                <a:t>รหัสจังหวัด</a:t>
              </a:r>
            </a:p>
          </p:txBody>
        </p:sp>
      </p:grp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FEB4D8C2-B61F-B2A4-8305-5A04FCA1E8A0}"/>
              </a:ext>
            </a:extLst>
          </p:cNvPr>
          <p:cNvCxnSpPr>
            <a:stCxn id="24" idx="3"/>
            <a:endCxn id="61" idx="2"/>
          </p:cNvCxnSpPr>
          <p:nvPr/>
        </p:nvCxnSpPr>
        <p:spPr>
          <a:xfrm>
            <a:off x="7755467" y="3826934"/>
            <a:ext cx="1311490" cy="6661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209DCD9E-761B-8131-630A-B57A8BACE817}"/>
              </a:ext>
            </a:extLst>
          </p:cNvPr>
          <p:cNvCxnSpPr/>
          <p:nvPr/>
        </p:nvCxnSpPr>
        <p:spPr>
          <a:xfrm>
            <a:off x="821267" y="604705"/>
            <a:ext cx="102446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C9243FCC-C94D-F634-5B68-F21DB04AD966}"/>
              </a:ext>
            </a:extLst>
          </p:cNvPr>
          <p:cNvCxnSpPr/>
          <p:nvPr/>
        </p:nvCxnSpPr>
        <p:spPr>
          <a:xfrm>
            <a:off x="5279824" y="2780638"/>
            <a:ext cx="9008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439E53E1-C1A8-499D-C76F-D197A93CE3DE}"/>
              </a:ext>
            </a:extLst>
          </p:cNvPr>
          <p:cNvCxnSpPr>
            <a:cxnSpLocks/>
          </p:cNvCxnSpPr>
          <p:nvPr/>
        </p:nvCxnSpPr>
        <p:spPr>
          <a:xfrm>
            <a:off x="9452189" y="4577797"/>
            <a:ext cx="126989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9" name="Group 78">
            <a:extLst>
              <a:ext uri="{FF2B5EF4-FFF2-40B4-BE49-F238E27FC236}">
                <a16:creationId xmlns:a16="http://schemas.microsoft.com/office/drawing/2014/main" id="{5B813810-7B79-2494-CD45-FB807AB10D8A}"/>
              </a:ext>
            </a:extLst>
          </p:cNvPr>
          <p:cNvGrpSpPr/>
          <p:nvPr/>
        </p:nvGrpSpPr>
        <p:grpSpPr>
          <a:xfrm>
            <a:off x="300568" y="254853"/>
            <a:ext cx="5977467" cy="1713930"/>
            <a:chOff x="300568" y="254853"/>
            <a:chExt cx="5977467" cy="171393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254041F-697C-9559-DF6A-918F81DDB05E}"/>
                </a:ext>
              </a:extLst>
            </p:cNvPr>
            <p:cNvSpPr/>
            <p:nvPr/>
          </p:nvSpPr>
          <p:spPr>
            <a:xfrm>
              <a:off x="4398435" y="1476341"/>
              <a:ext cx="1879600" cy="461665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0BAE29C-1327-B12B-4DBA-60EAD473E02A}"/>
                </a:ext>
              </a:extLst>
            </p:cNvPr>
            <p:cNvSpPr txBox="1"/>
            <p:nvPr/>
          </p:nvSpPr>
          <p:spPr>
            <a:xfrm>
              <a:off x="3598334" y="343095"/>
              <a:ext cx="131318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h-TH" dirty="0"/>
                <a:t>ชื่อจังหวัด</a:t>
              </a:r>
              <a:r>
                <a:rPr lang="en-US" dirty="0"/>
                <a:t>T</a:t>
              </a:r>
              <a:endParaRPr lang="th-TH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28DCC3D-05BD-533F-3544-F410530CBEA8}"/>
                </a:ext>
              </a:extLst>
            </p:cNvPr>
            <p:cNvSpPr txBox="1"/>
            <p:nvPr/>
          </p:nvSpPr>
          <p:spPr>
            <a:xfrm>
              <a:off x="4681645" y="1445563"/>
              <a:ext cx="134203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h-TH" dirty="0"/>
                <a:t>ชื่อจังหวัด</a:t>
              </a:r>
              <a:r>
                <a:rPr lang="en-US" dirty="0"/>
                <a:t>E</a:t>
              </a:r>
              <a:endParaRPr lang="th-TH" dirty="0"/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C7C349A1-9F02-486A-DE8B-8B178C1A9CF1}"/>
                </a:ext>
              </a:extLst>
            </p:cNvPr>
            <p:cNvCxnSpPr>
              <a:cxnSpLocks/>
              <a:stCxn id="8" idx="0"/>
              <a:endCxn id="9" idx="2"/>
            </p:cNvCxnSpPr>
            <p:nvPr/>
          </p:nvCxnSpPr>
          <p:spPr>
            <a:xfrm flipH="1" flipV="1">
              <a:off x="1346150" y="769606"/>
              <a:ext cx="1193850" cy="59352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6CDCA8B2-3413-BFFC-E74D-332E2AC97757}"/>
                </a:ext>
              </a:extLst>
            </p:cNvPr>
            <p:cNvCxnSpPr>
              <a:cxnSpLocks/>
              <a:stCxn id="8" idx="0"/>
              <a:endCxn id="12" idx="2"/>
            </p:cNvCxnSpPr>
            <p:nvPr/>
          </p:nvCxnSpPr>
          <p:spPr>
            <a:xfrm flipV="1">
              <a:off x="2540000" y="866315"/>
              <a:ext cx="1714924" cy="49681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0CDC9DA5-E6DE-6047-FBDC-0A496B9CEB16}"/>
                </a:ext>
              </a:extLst>
            </p:cNvPr>
            <p:cNvCxnSpPr>
              <a:cxnSpLocks/>
              <a:stCxn id="8" idx="3"/>
              <a:endCxn id="11" idx="2"/>
            </p:cNvCxnSpPr>
            <p:nvPr/>
          </p:nvCxnSpPr>
          <p:spPr>
            <a:xfrm>
              <a:off x="3327400" y="1651001"/>
              <a:ext cx="1071035" cy="5617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78F5F14E-E9DF-AFCC-6CD1-A18F073B3F43}"/>
                </a:ext>
              </a:extLst>
            </p:cNvPr>
            <p:cNvSpPr/>
            <p:nvPr/>
          </p:nvSpPr>
          <p:spPr>
            <a:xfrm>
              <a:off x="1727200" y="1371601"/>
              <a:ext cx="1574800" cy="575733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th-TH" b="1" dirty="0"/>
                <a:t>จังหวัด</a:t>
              </a:r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CD626304-CF5C-34B3-6E1A-6004E22A9641}"/>
                </a:ext>
              </a:extLst>
            </p:cNvPr>
            <p:cNvGrpSpPr/>
            <p:nvPr/>
          </p:nvGrpSpPr>
          <p:grpSpPr>
            <a:xfrm>
              <a:off x="300568" y="254853"/>
              <a:ext cx="1879600" cy="523220"/>
              <a:chOff x="325968" y="246386"/>
              <a:chExt cx="1879600" cy="523220"/>
            </a:xfrm>
          </p:grpSpPr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38E428FC-1F7C-9BDC-7738-AF7243029BE1}"/>
                  </a:ext>
                </a:extLst>
              </p:cNvPr>
              <p:cNvSpPr/>
              <p:nvPr/>
            </p:nvSpPr>
            <p:spPr>
              <a:xfrm>
                <a:off x="325968" y="277164"/>
                <a:ext cx="1879600" cy="461665"/>
              </a:xfrm>
              <a:prstGeom prst="ellipse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th-TH" dirty="0"/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3EF5196D-F04D-B2B4-EE2C-C5327EE20526}"/>
                  </a:ext>
                </a:extLst>
              </p:cNvPr>
              <p:cNvSpPr txBox="1"/>
              <p:nvPr/>
            </p:nvSpPr>
            <p:spPr>
              <a:xfrm>
                <a:off x="711200" y="246386"/>
                <a:ext cx="126989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h-TH" dirty="0"/>
                  <a:t>รหัสจังหวัด</a:t>
                </a:r>
              </a:p>
            </p:txBody>
          </p:sp>
        </p:grpSp>
      </p:grp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67382B7B-CEFC-AB44-07DF-C6AA912A2198}"/>
              </a:ext>
            </a:extLst>
          </p:cNvPr>
          <p:cNvCxnSpPr/>
          <p:nvPr/>
        </p:nvCxnSpPr>
        <p:spPr>
          <a:xfrm>
            <a:off x="821267" y="604705"/>
            <a:ext cx="102446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375936DF-EE18-BD05-9278-F13BEE439B70}"/>
              </a:ext>
            </a:extLst>
          </p:cNvPr>
          <p:cNvGrpSpPr/>
          <p:nvPr/>
        </p:nvGrpSpPr>
        <p:grpSpPr>
          <a:xfrm>
            <a:off x="2499996" y="1995041"/>
            <a:ext cx="3640667" cy="1910799"/>
            <a:chOff x="2540000" y="1964267"/>
            <a:chExt cx="3640667" cy="1910799"/>
          </a:xfrm>
        </p:grpSpPr>
        <p:sp>
          <p:nvSpPr>
            <p:cNvPr id="40" name="Flowchart: Decision 39">
              <a:extLst>
                <a:ext uri="{FF2B5EF4-FFF2-40B4-BE49-F238E27FC236}">
                  <a16:creationId xmlns:a16="http://schemas.microsoft.com/office/drawing/2014/main" id="{A9D24339-BDA0-CE84-4D2B-928733C8620F}"/>
                </a:ext>
              </a:extLst>
            </p:cNvPr>
            <p:cNvSpPr/>
            <p:nvPr/>
          </p:nvSpPr>
          <p:spPr>
            <a:xfrm>
              <a:off x="3414184" y="3387154"/>
              <a:ext cx="368300" cy="293186"/>
            </a:xfrm>
            <a:prstGeom prst="flowChartDecision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3CB9C72C-C05A-2D8E-6C78-EABA8830533A}"/>
                </a:ext>
              </a:extLst>
            </p:cNvPr>
            <p:cNvCxnSpPr>
              <a:cxnSpLocks/>
              <a:stCxn id="40" idx="3"/>
            </p:cNvCxnSpPr>
            <p:nvPr/>
          </p:nvCxnSpPr>
          <p:spPr>
            <a:xfrm>
              <a:off x="3782484" y="3533747"/>
              <a:ext cx="119591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3B80339-5361-ED73-A1DB-A215F797F13A}"/>
                </a:ext>
              </a:extLst>
            </p:cNvPr>
            <p:cNvCxnSpPr>
              <a:cxnSpLocks/>
              <a:endCxn id="24" idx="1"/>
            </p:cNvCxnSpPr>
            <p:nvPr/>
          </p:nvCxnSpPr>
          <p:spPr>
            <a:xfrm>
              <a:off x="4978400" y="3826933"/>
              <a:ext cx="1202267" cy="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858786C3-39B4-639E-97A7-AF23BA7157B7}"/>
                </a:ext>
              </a:extLst>
            </p:cNvPr>
            <p:cNvCxnSpPr>
              <a:cxnSpLocks/>
            </p:cNvCxnSpPr>
            <p:nvPr/>
          </p:nvCxnSpPr>
          <p:spPr>
            <a:xfrm>
              <a:off x="4978400" y="3533747"/>
              <a:ext cx="0" cy="29318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0CFD1A3-5D11-F05B-EC75-6A22D4DB4676}"/>
                </a:ext>
              </a:extLst>
            </p:cNvPr>
            <p:cNvSpPr txBox="1"/>
            <p:nvPr/>
          </p:nvSpPr>
          <p:spPr>
            <a:xfrm>
              <a:off x="5279824" y="3351846"/>
              <a:ext cx="43794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</a:t>
              </a:r>
              <a:endParaRPr lang="th-TH" dirty="0"/>
            </a:p>
          </p:txBody>
        </p: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8B9A2ED2-D4F6-E4E3-136D-553B74F59FAB}"/>
                </a:ext>
              </a:extLst>
            </p:cNvPr>
            <p:cNvCxnSpPr>
              <a:cxnSpLocks/>
            </p:cNvCxnSpPr>
            <p:nvPr/>
          </p:nvCxnSpPr>
          <p:spPr>
            <a:xfrm>
              <a:off x="2540000" y="1964267"/>
              <a:ext cx="0" cy="841771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7564E8DE-8889-C63B-F11E-E72899A4AFEB}"/>
                </a:ext>
              </a:extLst>
            </p:cNvPr>
            <p:cNvCxnSpPr/>
            <p:nvPr/>
          </p:nvCxnSpPr>
          <p:spPr>
            <a:xfrm>
              <a:off x="2540000" y="2806038"/>
              <a:ext cx="1058334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6B4A7D5-020F-7DB9-55B9-FE8FDCE1BCDC}"/>
                </a:ext>
              </a:extLst>
            </p:cNvPr>
            <p:cNvCxnSpPr>
              <a:cxnSpLocks/>
            </p:cNvCxnSpPr>
            <p:nvPr/>
          </p:nvCxnSpPr>
          <p:spPr>
            <a:xfrm>
              <a:off x="3598334" y="2806038"/>
              <a:ext cx="0" cy="60651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232A4D66-05A1-5E6E-83A3-2D6E1AA50DD9}"/>
                </a:ext>
              </a:extLst>
            </p:cNvPr>
            <p:cNvSpPr txBox="1"/>
            <p:nvPr/>
          </p:nvSpPr>
          <p:spPr>
            <a:xfrm>
              <a:off x="2852419" y="2282818"/>
              <a:ext cx="27764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</a:t>
              </a:r>
              <a:endParaRPr lang="th-TH" dirty="0"/>
            </a:p>
          </p:txBody>
        </p:sp>
      </p:grpSp>
    </p:spTree>
    <p:extLst>
      <p:ext uri="{BB962C8B-B14F-4D97-AF65-F5344CB8AC3E}">
        <p14:creationId xmlns:p14="http://schemas.microsoft.com/office/powerpoint/2010/main" val="2487964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>
            <a:extLst>
              <a:ext uri="{FF2B5EF4-FFF2-40B4-BE49-F238E27FC236}">
                <a16:creationId xmlns:a16="http://schemas.microsoft.com/office/drawing/2014/main" id="{0D38F571-0CEA-22A7-C551-192BAD8A2045}"/>
              </a:ext>
            </a:extLst>
          </p:cNvPr>
          <p:cNvGrpSpPr/>
          <p:nvPr/>
        </p:nvGrpSpPr>
        <p:grpSpPr>
          <a:xfrm>
            <a:off x="135533" y="106821"/>
            <a:ext cx="6919157" cy="1774910"/>
            <a:chOff x="91243" y="364919"/>
            <a:chExt cx="6919157" cy="177491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5066587-8A51-A4F4-384F-E1394A82AA87}"/>
                </a:ext>
              </a:extLst>
            </p:cNvPr>
            <p:cNvSpPr/>
            <p:nvPr/>
          </p:nvSpPr>
          <p:spPr>
            <a:xfrm>
              <a:off x="2457917" y="1564096"/>
              <a:ext cx="1574800" cy="575733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th-TH" b="1" dirty="0"/>
                <a:t>นักศึกษา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597241D-4DB7-5E95-75E1-626362AA3EFF}"/>
                </a:ext>
              </a:extLst>
            </p:cNvPr>
            <p:cNvGrpSpPr/>
            <p:nvPr/>
          </p:nvGrpSpPr>
          <p:grpSpPr>
            <a:xfrm>
              <a:off x="1058333" y="364919"/>
              <a:ext cx="2186984" cy="1199177"/>
              <a:chOff x="1058333" y="364919"/>
              <a:chExt cx="2186984" cy="1199177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0DCB5B13-5817-3429-DCCC-DF297EBB69B6}"/>
                  </a:ext>
                </a:extLst>
              </p:cNvPr>
              <p:cNvSpPr/>
              <p:nvPr/>
            </p:nvSpPr>
            <p:spPr>
              <a:xfrm>
                <a:off x="1058333" y="395697"/>
                <a:ext cx="1879600" cy="461665"/>
              </a:xfrm>
              <a:prstGeom prst="ellipse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th-TH" dirty="0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6FE2F58-3322-2B82-DB72-47E42E554404}"/>
                  </a:ext>
                </a:extLst>
              </p:cNvPr>
              <p:cNvSpPr txBox="1"/>
              <p:nvPr/>
            </p:nvSpPr>
            <p:spPr>
              <a:xfrm>
                <a:off x="1333499" y="364919"/>
                <a:ext cx="147829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h-TH" dirty="0"/>
                  <a:t>รหัสนักศึกษา</a:t>
                </a:r>
              </a:p>
            </p:txBody>
          </p:sp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1CFA3876-4C37-3FE8-1F0A-8EF10300700E}"/>
                  </a:ext>
                </a:extLst>
              </p:cNvPr>
              <p:cNvCxnSpPr>
                <a:stCxn id="5" idx="0"/>
                <a:endCxn id="7" idx="2"/>
              </p:cNvCxnSpPr>
              <p:nvPr/>
            </p:nvCxnSpPr>
            <p:spPr>
              <a:xfrm flipH="1" flipV="1">
                <a:off x="2072644" y="888139"/>
                <a:ext cx="1172673" cy="67595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050AAE21-6BF3-781C-002B-C8B5DE222764}"/>
                </a:ext>
              </a:extLst>
            </p:cNvPr>
            <p:cNvGrpSpPr/>
            <p:nvPr/>
          </p:nvGrpSpPr>
          <p:grpSpPr>
            <a:xfrm>
              <a:off x="3245317" y="453215"/>
              <a:ext cx="2596683" cy="1110881"/>
              <a:chOff x="3245317" y="453215"/>
              <a:chExt cx="2596683" cy="111088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DB5843DE-633C-2418-D81C-65825659C5D2}"/>
                  </a:ext>
                </a:extLst>
              </p:cNvPr>
              <p:cNvSpPr/>
              <p:nvPr/>
            </p:nvSpPr>
            <p:spPr>
              <a:xfrm>
                <a:off x="3962400" y="492406"/>
                <a:ext cx="1879600" cy="461665"/>
              </a:xfrm>
              <a:prstGeom prst="ellipse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th-TH" dirty="0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BCF2FA0-D1AD-E7EC-332D-2C763692F8B9}"/>
                  </a:ext>
                </a:extLst>
              </p:cNvPr>
              <p:cNvSpPr txBox="1"/>
              <p:nvPr/>
            </p:nvSpPr>
            <p:spPr>
              <a:xfrm>
                <a:off x="4514405" y="453215"/>
                <a:ext cx="89960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h-TH" dirty="0"/>
                  <a:t>ชื่อสกุล</a:t>
                </a:r>
              </a:p>
            </p:txBody>
          </p: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60A0E431-97F9-E203-4CF2-50CFA2228C95}"/>
                  </a:ext>
                </a:extLst>
              </p:cNvPr>
              <p:cNvCxnSpPr>
                <a:cxnSpLocks/>
                <a:stCxn id="5" idx="0"/>
                <a:endCxn id="10" idx="2"/>
              </p:cNvCxnSpPr>
              <p:nvPr/>
            </p:nvCxnSpPr>
            <p:spPr>
              <a:xfrm flipV="1">
                <a:off x="3245317" y="976435"/>
                <a:ext cx="1718891" cy="58766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746C8C8E-9AEC-B8AC-7F2F-885FB793D925}"/>
                </a:ext>
              </a:extLst>
            </p:cNvPr>
            <p:cNvGrpSpPr/>
            <p:nvPr/>
          </p:nvGrpSpPr>
          <p:grpSpPr>
            <a:xfrm>
              <a:off x="4032717" y="1564096"/>
              <a:ext cx="2977683" cy="523220"/>
              <a:chOff x="4032717" y="1564096"/>
              <a:chExt cx="2977683" cy="523220"/>
            </a:xfrm>
          </p:grpSpPr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FB5B8076-97E5-C0B4-465A-F028212456DE}"/>
                  </a:ext>
                </a:extLst>
              </p:cNvPr>
              <p:cNvSpPr/>
              <p:nvPr/>
            </p:nvSpPr>
            <p:spPr>
              <a:xfrm>
                <a:off x="5130800" y="1594874"/>
                <a:ext cx="1879600" cy="461665"/>
              </a:xfrm>
              <a:prstGeom prst="ellipse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th-TH" dirty="0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87D6C3F-CB21-9623-3ADE-90D00414BB10}"/>
                  </a:ext>
                </a:extLst>
              </p:cNvPr>
              <p:cNvSpPr txBox="1"/>
              <p:nvPr/>
            </p:nvSpPr>
            <p:spPr>
              <a:xfrm>
                <a:off x="5414010" y="1564096"/>
                <a:ext cx="110318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h-TH" dirty="0"/>
                  <a:t>สาขาวิชา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9E0A27E8-DD6C-D088-B8D6-C8421A2B1667}"/>
                  </a:ext>
                </a:extLst>
              </p:cNvPr>
              <p:cNvCxnSpPr>
                <a:cxnSpLocks/>
                <a:stCxn id="5" idx="3"/>
                <a:endCxn id="9" idx="2"/>
              </p:cNvCxnSpPr>
              <p:nvPr/>
            </p:nvCxnSpPr>
            <p:spPr>
              <a:xfrm flipV="1">
                <a:off x="4032717" y="1825707"/>
                <a:ext cx="1098083" cy="2625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D956051E-302C-E894-5CC3-B4973843DE58}"/>
                </a:ext>
              </a:extLst>
            </p:cNvPr>
            <p:cNvGrpSpPr/>
            <p:nvPr/>
          </p:nvGrpSpPr>
          <p:grpSpPr>
            <a:xfrm>
              <a:off x="91243" y="1063636"/>
              <a:ext cx="2366674" cy="788327"/>
              <a:chOff x="870377" y="-379987"/>
              <a:chExt cx="2366674" cy="788327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5970D28A-381C-081A-A62B-A306E11F0B58}"/>
                  </a:ext>
                </a:extLst>
              </p:cNvPr>
              <p:cNvSpPr/>
              <p:nvPr/>
            </p:nvSpPr>
            <p:spPr>
              <a:xfrm>
                <a:off x="870377" y="-357728"/>
                <a:ext cx="1879600" cy="461665"/>
              </a:xfrm>
              <a:prstGeom prst="ellipse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th-TH" dirty="0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78AC8A4-E7BC-7D99-F093-1FB6A18040C3}"/>
                  </a:ext>
                </a:extLst>
              </p:cNvPr>
              <p:cNvSpPr txBox="1"/>
              <p:nvPr/>
            </p:nvSpPr>
            <p:spPr>
              <a:xfrm>
                <a:off x="1354256" y="-379987"/>
                <a:ext cx="10679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h-TH" dirty="0"/>
                  <a:t>คณะวิชา</a:t>
                </a:r>
              </a:p>
            </p:txBody>
          </p:sp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8AE39019-3741-AB57-F262-87A8499821D3}"/>
                  </a:ext>
                </a:extLst>
              </p:cNvPr>
              <p:cNvCxnSpPr>
                <a:cxnSpLocks/>
                <a:stCxn id="5" idx="1"/>
                <a:endCxn id="25" idx="2"/>
              </p:cNvCxnSpPr>
              <p:nvPr/>
            </p:nvCxnSpPr>
            <p:spPr>
              <a:xfrm flipH="1" flipV="1">
                <a:off x="1888217" y="143233"/>
                <a:ext cx="1348834" cy="26510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3" name="Flowchart: Decision 32">
            <a:extLst>
              <a:ext uri="{FF2B5EF4-FFF2-40B4-BE49-F238E27FC236}">
                <a16:creationId xmlns:a16="http://schemas.microsoft.com/office/drawing/2014/main" id="{A33D3ED3-C153-3D28-6BDC-ADCF12E84BF3}"/>
              </a:ext>
            </a:extLst>
          </p:cNvPr>
          <p:cNvSpPr/>
          <p:nvPr/>
        </p:nvSpPr>
        <p:spPr>
          <a:xfrm>
            <a:off x="4101076" y="3304618"/>
            <a:ext cx="368300" cy="293186"/>
          </a:xfrm>
          <a:prstGeom prst="flowChartDecision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E704440-42DA-7D0C-CE51-5B0B2BC91041}"/>
              </a:ext>
            </a:extLst>
          </p:cNvPr>
          <p:cNvCxnSpPr>
            <a:cxnSpLocks/>
          </p:cNvCxnSpPr>
          <p:nvPr/>
        </p:nvCxnSpPr>
        <p:spPr>
          <a:xfrm>
            <a:off x="5665292" y="3744397"/>
            <a:ext cx="1202267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3693A11-137A-D723-FC71-B0C16D296E21}"/>
              </a:ext>
            </a:extLst>
          </p:cNvPr>
          <p:cNvSpPr txBox="1"/>
          <p:nvPr/>
        </p:nvSpPr>
        <p:spPr>
          <a:xfrm>
            <a:off x="5966716" y="3269310"/>
            <a:ext cx="4379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</a:t>
            </a:r>
            <a:endParaRPr lang="th-TH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154108F-84A8-77A4-1E2F-DA039C3A917B}"/>
              </a:ext>
            </a:extLst>
          </p:cNvPr>
          <p:cNvCxnSpPr>
            <a:cxnSpLocks/>
          </p:cNvCxnSpPr>
          <p:nvPr/>
        </p:nvCxnSpPr>
        <p:spPr>
          <a:xfrm>
            <a:off x="3226892" y="1881731"/>
            <a:ext cx="0" cy="8417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2EA630A-1E11-1018-4076-FC9EB054CBB0}"/>
              </a:ext>
            </a:extLst>
          </p:cNvPr>
          <p:cNvCxnSpPr/>
          <p:nvPr/>
        </p:nvCxnSpPr>
        <p:spPr>
          <a:xfrm>
            <a:off x="3226892" y="2723502"/>
            <a:ext cx="105833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8AE12F2-8BD9-2A67-0A9E-03054DCF14D5}"/>
              </a:ext>
            </a:extLst>
          </p:cNvPr>
          <p:cNvCxnSpPr>
            <a:cxnSpLocks/>
          </p:cNvCxnSpPr>
          <p:nvPr/>
        </p:nvCxnSpPr>
        <p:spPr>
          <a:xfrm>
            <a:off x="4285226" y="2723502"/>
            <a:ext cx="0" cy="60651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18578B7D-FF86-A470-FC9C-30B35D934333}"/>
              </a:ext>
            </a:extLst>
          </p:cNvPr>
          <p:cNvSpPr txBox="1"/>
          <p:nvPr/>
        </p:nvSpPr>
        <p:spPr>
          <a:xfrm>
            <a:off x="3539311" y="2200282"/>
            <a:ext cx="2776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</a:t>
            </a:r>
            <a:endParaRPr lang="th-TH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18165747-A00C-EF28-4C9A-78A7D8906FF7}"/>
              </a:ext>
            </a:extLst>
          </p:cNvPr>
          <p:cNvGrpSpPr/>
          <p:nvPr/>
        </p:nvGrpSpPr>
        <p:grpSpPr>
          <a:xfrm>
            <a:off x="5353003" y="2505110"/>
            <a:ext cx="5952067" cy="1722397"/>
            <a:chOff x="1058333" y="364919"/>
            <a:chExt cx="5952067" cy="1722397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5148294-5730-7087-F0D2-93F6F8DE97FD}"/>
                </a:ext>
              </a:extLst>
            </p:cNvPr>
            <p:cNvSpPr/>
            <p:nvPr/>
          </p:nvSpPr>
          <p:spPr>
            <a:xfrm>
              <a:off x="2566538" y="1256794"/>
              <a:ext cx="1574800" cy="575733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th-TH" b="1" dirty="0"/>
                <a:t>รายวิชา</a:t>
              </a:r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CF4DE5DC-C6C7-B56A-BE3B-FAEFB6191DB6}"/>
                </a:ext>
              </a:extLst>
            </p:cNvPr>
            <p:cNvGrpSpPr/>
            <p:nvPr/>
          </p:nvGrpSpPr>
          <p:grpSpPr>
            <a:xfrm>
              <a:off x="1058333" y="364919"/>
              <a:ext cx="2295605" cy="891875"/>
              <a:chOff x="1058333" y="364919"/>
              <a:chExt cx="2295605" cy="891875"/>
            </a:xfrm>
          </p:grpSpPr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B76CA244-EDFD-26B2-1A42-B723AE33702D}"/>
                  </a:ext>
                </a:extLst>
              </p:cNvPr>
              <p:cNvSpPr/>
              <p:nvPr/>
            </p:nvSpPr>
            <p:spPr>
              <a:xfrm>
                <a:off x="1058333" y="395697"/>
                <a:ext cx="1879600" cy="461665"/>
              </a:xfrm>
              <a:prstGeom prst="ellipse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th-TH" dirty="0"/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DDE3A16-AC02-34C0-D294-42550764D220}"/>
                  </a:ext>
                </a:extLst>
              </p:cNvPr>
              <p:cNvSpPr txBox="1"/>
              <p:nvPr/>
            </p:nvSpPr>
            <p:spPr>
              <a:xfrm>
                <a:off x="1333499" y="364919"/>
                <a:ext cx="97975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h-TH" dirty="0"/>
                  <a:t>รหัสวิชา</a:t>
                </a:r>
              </a:p>
            </p:txBody>
          </p:sp>
          <p:cxnSp>
            <p:nvCxnSpPr>
              <p:cNvPr id="60" name="Straight Arrow Connector 59">
                <a:extLst>
                  <a:ext uri="{FF2B5EF4-FFF2-40B4-BE49-F238E27FC236}">
                    <a16:creationId xmlns:a16="http://schemas.microsoft.com/office/drawing/2014/main" id="{8CC983B8-DE36-F93D-D92C-0475B0BC201A}"/>
                  </a:ext>
                </a:extLst>
              </p:cNvPr>
              <p:cNvCxnSpPr>
                <a:cxnSpLocks/>
                <a:stCxn id="44" idx="0"/>
                <a:endCxn id="59" idx="2"/>
              </p:cNvCxnSpPr>
              <p:nvPr/>
            </p:nvCxnSpPr>
            <p:spPr>
              <a:xfrm flipH="1" flipV="1">
                <a:off x="1823377" y="888139"/>
                <a:ext cx="1530561" cy="36865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42167C76-911B-36D9-9101-1A342D9B8244}"/>
                </a:ext>
              </a:extLst>
            </p:cNvPr>
            <p:cNvGrpSpPr/>
            <p:nvPr/>
          </p:nvGrpSpPr>
          <p:grpSpPr>
            <a:xfrm>
              <a:off x="3353938" y="461628"/>
              <a:ext cx="2488062" cy="795166"/>
              <a:chOff x="3353938" y="461628"/>
              <a:chExt cx="2488062" cy="795166"/>
            </a:xfrm>
          </p:grpSpPr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D491AFA1-53FE-F72A-1980-046EEBF73EED}"/>
                  </a:ext>
                </a:extLst>
              </p:cNvPr>
              <p:cNvSpPr/>
              <p:nvPr/>
            </p:nvSpPr>
            <p:spPr>
              <a:xfrm>
                <a:off x="3962400" y="492406"/>
                <a:ext cx="1879600" cy="461665"/>
              </a:xfrm>
              <a:prstGeom prst="ellipse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th-TH" dirty="0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B724235-E50C-2AC9-6559-F4D9A431D907}"/>
                  </a:ext>
                </a:extLst>
              </p:cNvPr>
              <p:cNvSpPr txBox="1"/>
              <p:nvPr/>
            </p:nvSpPr>
            <p:spPr>
              <a:xfrm>
                <a:off x="4363894" y="461628"/>
                <a:ext cx="122822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th-TH" dirty="0"/>
                  <a:t>ชื่อรายวิชา</a:t>
                </a:r>
              </a:p>
            </p:txBody>
          </p: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C092AE61-C929-652C-53CC-A45D6485023E}"/>
                  </a:ext>
                </a:extLst>
              </p:cNvPr>
              <p:cNvCxnSpPr>
                <a:cxnSpLocks/>
                <a:stCxn id="44" idx="0"/>
                <a:endCxn id="56" idx="2"/>
              </p:cNvCxnSpPr>
              <p:nvPr/>
            </p:nvCxnSpPr>
            <p:spPr>
              <a:xfrm flipV="1">
                <a:off x="3353938" y="984848"/>
                <a:ext cx="1624067" cy="27194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1DDF3B51-A7A5-286A-B07F-DDAC57896586}"/>
                </a:ext>
              </a:extLst>
            </p:cNvPr>
            <p:cNvGrpSpPr/>
            <p:nvPr/>
          </p:nvGrpSpPr>
          <p:grpSpPr>
            <a:xfrm>
              <a:off x="4141338" y="1544661"/>
              <a:ext cx="2869062" cy="542655"/>
              <a:chOff x="4141338" y="1544661"/>
              <a:chExt cx="2869062" cy="542655"/>
            </a:xfrm>
          </p:grpSpPr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39B2BFFA-895C-5E5D-E37A-75A0FBD94516}"/>
                  </a:ext>
                </a:extLst>
              </p:cNvPr>
              <p:cNvSpPr/>
              <p:nvPr/>
            </p:nvSpPr>
            <p:spPr>
              <a:xfrm>
                <a:off x="5130800" y="1594874"/>
                <a:ext cx="1879600" cy="461665"/>
              </a:xfrm>
              <a:prstGeom prst="ellipse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th-TH" dirty="0"/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00377E28-96CE-A9E5-2EA8-3358AFF3C2BD}"/>
                  </a:ext>
                </a:extLst>
              </p:cNvPr>
              <p:cNvSpPr txBox="1"/>
              <p:nvPr/>
            </p:nvSpPr>
            <p:spPr>
              <a:xfrm>
                <a:off x="5414010" y="1564096"/>
                <a:ext cx="138265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h-TH" dirty="0"/>
                  <a:t>ชื่อรายวิชา</a:t>
                </a:r>
              </a:p>
            </p:txBody>
          </p: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2EADA792-A652-6255-F072-A0879318A253}"/>
                  </a:ext>
                </a:extLst>
              </p:cNvPr>
              <p:cNvCxnSpPr>
                <a:cxnSpLocks/>
                <a:stCxn id="44" idx="3"/>
                <a:endCxn id="52" idx="2"/>
              </p:cNvCxnSpPr>
              <p:nvPr/>
            </p:nvCxnSpPr>
            <p:spPr>
              <a:xfrm>
                <a:off x="4141338" y="1544661"/>
                <a:ext cx="989462" cy="28104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FFB7CA5D-9345-9422-6A21-B46A451B2821}"/>
              </a:ext>
            </a:extLst>
          </p:cNvPr>
          <p:cNvCxnSpPr>
            <a:stCxn id="44" idx="2"/>
          </p:cNvCxnSpPr>
          <p:nvPr/>
        </p:nvCxnSpPr>
        <p:spPr>
          <a:xfrm>
            <a:off x="7648608" y="3972718"/>
            <a:ext cx="0" cy="4506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Flowchart: Decision 73">
            <a:extLst>
              <a:ext uri="{FF2B5EF4-FFF2-40B4-BE49-F238E27FC236}">
                <a16:creationId xmlns:a16="http://schemas.microsoft.com/office/drawing/2014/main" id="{F0235D64-51EA-C8C5-AF95-F23271ABE9C7}"/>
              </a:ext>
            </a:extLst>
          </p:cNvPr>
          <p:cNvSpPr/>
          <p:nvPr/>
        </p:nvSpPr>
        <p:spPr>
          <a:xfrm>
            <a:off x="7479275" y="4423327"/>
            <a:ext cx="338666" cy="304800"/>
          </a:xfrm>
          <a:prstGeom prst="flowChartDecision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56BCCE6-1725-5B07-E3AC-F95730CC2716}"/>
              </a:ext>
            </a:extLst>
          </p:cNvPr>
          <p:cNvCxnSpPr>
            <a:stCxn id="74" idx="3"/>
          </p:cNvCxnSpPr>
          <p:nvPr/>
        </p:nvCxnSpPr>
        <p:spPr>
          <a:xfrm>
            <a:off x="7817941" y="4575727"/>
            <a:ext cx="9221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E276693F-97F6-E4FC-7D26-AB925B45AB68}"/>
              </a:ext>
            </a:extLst>
          </p:cNvPr>
          <p:cNvCxnSpPr/>
          <p:nvPr/>
        </p:nvCxnSpPr>
        <p:spPr>
          <a:xfrm>
            <a:off x="8720368" y="4575727"/>
            <a:ext cx="0" cy="4666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8" name="Group 87">
            <a:extLst>
              <a:ext uri="{FF2B5EF4-FFF2-40B4-BE49-F238E27FC236}">
                <a16:creationId xmlns:a16="http://schemas.microsoft.com/office/drawing/2014/main" id="{81CD0232-1EFE-C274-019D-CE240FCF5899}"/>
              </a:ext>
            </a:extLst>
          </p:cNvPr>
          <p:cNvGrpSpPr/>
          <p:nvPr/>
        </p:nvGrpSpPr>
        <p:grpSpPr>
          <a:xfrm>
            <a:off x="7932969" y="5042408"/>
            <a:ext cx="1574797" cy="523220"/>
            <a:chOff x="7932969" y="5042408"/>
            <a:chExt cx="1574797" cy="523220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EF59224D-19BC-E18C-CFD1-28B8AF177C87}"/>
                </a:ext>
              </a:extLst>
            </p:cNvPr>
            <p:cNvSpPr/>
            <p:nvPr/>
          </p:nvSpPr>
          <p:spPr>
            <a:xfrm>
              <a:off x="7932969" y="5042408"/>
              <a:ext cx="1574797" cy="492443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CECB0310-902D-6421-F7E4-AE791F8CF615}"/>
                </a:ext>
              </a:extLst>
            </p:cNvPr>
            <p:cNvSpPr txBox="1"/>
            <p:nvPr/>
          </p:nvSpPr>
          <p:spPr>
            <a:xfrm>
              <a:off x="8237702" y="5042408"/>
              <a:ext cx="96532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h-TH" dirty="0"/>
                <a:t>อาจารย์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65A7CD61-A79C-F1B6-035C-2C3A68EA756C}"/>
              </a:ext>
            </a:extLst>
          </p:cNvPr>
          <p:cNvGrpSpPr/>
          <p:nvPr/>
        </p:nvGrpSpPr>
        <p:grpSpPr>
          <a:xfrm>
            <a:off x="3469137" y="4204907"/>
            <a:ext cx="1632178" cy="523220"/>
            <a:chOff x="7929135" y="5018316"/>
            <a:chExt cx="1632178" cy="523220"/>
          </a:xfrm>
        </p:grpSpPr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9FEF2F05-4493-14F6-11CC-FB56660834AE}"/>
                </a:ext>
              </a:extLst>
            </p:cNvPr>
            <p:cNvSpPr/>
            <p:nvPr/>
          </p:nvSpPr>
          <p:spPr>
            <a:xfrm>
              <a:off x="7932969" y="5042408"/>
              <a:ext cx="1574797" cy="492443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73D8FA23-6B53-A1F8-73A5-B13073F9ED7C}"/>
                </a:ext>
              </a:extLst>
            </p:cNvPr>
            <p:cNvSpPr txBox="1"/>
            <p:nvPr/>
          </p:nvSpPr>
          <p:spPr>
            <a:xfrm>
              <a:off x="7929135" y="5018316"/>
              <a:ext cx="163217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h-TH" dirty="0"/>
                <a:t>การลงทะเบียน</a:t>
              </a: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68C30D36-47C6-E9D0-BD98-3D3B6A0DAA7B}"/>
              </a:ext>
            </a:extLst>
          </p:cNvPr>
          <p:cNvGrpSpPr/>
          <p:nvPr/>
        </p:nvGrpSpPr>
        <p:grpSpPr>
          <a:xfrm>
            <a:off x="1102623" y="3561697"/>
            <a:ext cx="1879600" cy="461665"/>
            <a:chOff x="213572" y="3684851"/>
            <a:chExt cx="1879600" cy="461665"/>
          </a:xfrm>
        </p:grpSpPr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A96F6C35-FAE6-FDE7-7624-FA5A8DA1E7CA}"/>
                </a:ext>
              </a:extLst>
            </p:cNvPr>
            <p:cNvSpPr/>
            <p:nvPr/>
          </p:nvSpPr>
          <p:spPr>
            <a:xfrm>
              <a:off x="213572" y="3684851"/>
              <a:ext cx="1879600" cy="461665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85893A73-F4FB-DE89-7ED9-5D573BF4BEB4}"/>
                </a:ext>
              </a:extLst>
            </p:cNvPr>
            <p:cNvSpPr txBox="1"/>
            <p:nvPr/>
          </p:nvSpPr>
          <p:spPr>
            <a:xfrm>
              <a:off x="399501" y="3724147"/>
              <a:ext cx="150774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000" dirty="0"/>
                <a:t>รหัสการลงทะเบียน</a:t>
              </a:r>
            </a:p>
          </p:txBody>
        </p:sp>
      </p:grp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55BE8455-A9B4-3C01-27A9-88C499C755BC}"/>
              </a:ext>
            </a:extLst>
          </p:cNvPr>
          <p:cNvCxnSpPr>
            <a:cxnSpLocks/>
            <a:stCxn id="80" idx="2"/>
          </p:cNvCxnSpPr>
          <p:nvPr/>
        </p:nvCxnSpPr>
        <p:spPr>
          <a:xfrm flipH="1">
            <a:off x="8720366" y="5565628"/>
            <a:ext cx="1" cy="3224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422C2FAD-11D4-017A-38A0-8D8072C9D571}"/>
              </a:ext>
            </a:extLst>
          </p:cNvPr>
          <p:cNvCxnSpPr>
            <a:cxnSpLocks/>
          </p:cNvCxnSpPr>
          <p:nvPr/>
        </p:nvCxnSpPr>
        <p:spPr>
          <a:xfrm>
            <a:off x="8740137" y="5699580"/>
            <a:ext cx="248691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100181E3-146D-BC8F-B385-F6509B4FB6FD}"/>
              </a:ext>
            </a:extLst>
          </p:cNvPr>
          <p:cNvCxnSpPr>
            <a:cxnSpLocks/>
          </p:cNvCxnSpPr>
          <p:nvPr/>
        </p:nvCxnSpPr>
        <p:spPr>
          <a:xfrm>
            <a:off x="8720366" y="5833533"/>
            <a:ext cx="59309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DF39F33A-887E-B0A2-D878-219E42D2690D}"/>
              </a:ext>
            </a:extLst>
          </p:cNvPr>
          <p:cNvCxnSpPr>
            <a:cxnSpLocks/>
          </p:cNvCxnSpPr>
          <p:nvPr/>
        </p:nvCxnSpPr>
        <p:spPr>
          <a:xfrm flipH="1">
            <a:off x="7232603" y="5888086"/>
            <a:ext cx="148776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A294C161-B43F-5D7B-091A-0C65E0151865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9313461" y="5833533"/>
            <a:ext cx="0" cy="4077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731D1CAC-6A4E-49E4-29D8-CEC748400563}"/>
              </a:ext>
            </a:extLst>
          </p:cNvPr>
          <p:cNvSpPr/>
          <p:nvPr/>
        </p:nvSpPr>
        <p:spPr>
          <a:xfrm>
            <a:off x="10151533" y="5937490"/>
            <a:ext cx="1879600" cy="46166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CB6BF5-70DD-31A3-5EFA-D6037146726C}"/>
              </a:ext>
            </a:extLst>
          </p:cNvPr>
          <p:cNvSpPr txBox="1"/>
          <p:nvPr/>
        </p:nvSpPr>
        <p:spPr>
          <a:xfrm>
            <a:off x="10501734" y="5930588"/>
            <a:ext cx="13826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ชื่อรายวิชา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37347DE-CA18-884E-C11B-BC89D21EB398}"/>
              </a:ext>
            </a:extLst>
          </p:cNvPr>
          <p:cNvSpPr/>
          <p:nvPr/>
        </p:nvSpPr>
        <p:spPr>
          <a:xfrm>
            <a:off x="8373661" y="6241321"/>
            <a:ext cx="1879600" cy="46166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2927200-3A6C-D8B5-3E91-BCC81FDF2598}"/>
              </a:ext>
            </a:extLst>
          </p:cNvPr>
          <p:cNvSpPr/>
          <p:nvPr/>
        </p:nvSpPr>
        <p:spPr>
          <a:xfrm>
            <a:off x="6304887" y="6222976"/>
            <a:ext cx="1879600" cy="461665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F01EAD-816C-9202-7AFF-1C3AB72D27A3}"/>
              </a:ext>
            </a:extLst>
          </p:cNvPr>
          <p:cNvSpPr txBox="1"/>
          <p:nvPr/>
        </p:nvSpPr>
        <p:spPr>
          <a:xfrm>
            <a:off x="8720366" y="6241321"/>
            <a:ext cx="13826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ชื่อรายวิชา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7333C77-09A9-C1B4-7B5D-28E4422E10F7}"/>
              </a:ext>
            </a:extLst>
          </p:cNvPr>
          <p:cNvSpPr txBox="1"/>
          <p:nvPr/>
        </p:nvSpPr>
        <p:spPr>
          <a:xfrm>
            <a:off x="6674995" y="6260964"/>
            <a:ext cx="13826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/>
              <a:t>ชื่อรายวิชา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F264C7C-4803-30CC-2E4C-29DA43921D63}"/>
              </a:ext>
            </a:extLst>
          </p:cNvPr>
          <p:cNvCxnSpPr>
            <a:cxnSpLocks/>
          </p:cNvCxnSpPr>
          <p:nvPr/>
        </p:nvCxnSpPr>
        <p:spPr>
          <a:xfrm>
            <a:off x="11227054" y="5699580"/>
            <a:ext cx="0" cy="23100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19278EB3-3E00-00D1-E0C5-AFD97F1D84E8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7244687" y="5888086"/>
            <a:ext cx="0" cy="3348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5E5B73D2-31EE-B1E6-79A1-FF0094BE75DF}"/>
              </a:ext>
            </a:extLst>
          </p:cNvPr>
          <p:cNvCxnSpPr>
            <a:cxnSpLocks/>
            <a:stCxn id="33" idx="2"/>
            <a:endCxn id="91" idx="0"/>
          </p:cNvCxnSpPr>
          <p:nvPr/>
        </p:nvCxnSpPr>
        <p:spPr>
          <a:xfrm>
            <a:off x="4285226" y="3597804"/>
            <a:ext cx="0" cy="6071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DE96D5BB-17DD-C652-45D0-3AD7974025AB}"/>
              </a:ext>
            </a:extLst>
          </p:cNvPr>
          <p:cNvCxnSpPr>
            <a:cxnSpLocks/>
          </p:cNvCxnSpPr>
          <p:nvPr/>
        </p:nvCxnSpPr>
        <p:spPr>
          <a:xfrm>
            <a:off x="5665292" y="3744397"/>
            <a:ext cx="18214" cy="73082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066BFB1F-7CD6-7480-C55D-2036AE0C980E}"/>
              </a:ext>
            </a:extLst>
          </p:cNvPr>
          <p:cNvCxnSpPr>
            <a:cxnSpLocks/>
          </p:cNvCxnSpPr>
          <p:nvPr/>
        </p:nvCxnSpPr>
        <p:spPr>
          <a:xfrm flipH="1">
            <a:off x="5047768" y="4475220"/>
            <a:ext cx="6344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2A7BDAD3-BA01-F03A-4524-AC3440ECF530}"/>
              </a:ext>
            </a:extLst>
          </p:cNvPr>
          <p:cNvCxnSpPr>
            <a:cxnSpLocks/>
            <a:stCxn id="91" idx="1"/>
          </p:cNvCxnSpPr>
          <p:nvPr/>
        </p:nvCxnSpPr>
        <p:spPr>
          <a:xfrm flipH="1">
            <a:off x="2015133" y="4466517"/>
            <a:ext cx="1454004" cy="870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2AB5A551-8C3E-6580-377E-B55E8E7B3FF0}"/>
              </a:ext>
            </a:extLst>
          </p:cNvPr>
          <p:cNvCxnSpPr>
            <a:cxnSpLocks/>
          </p:cNvCxnSpPr>
          <p:nvPr/>
        </p:nvCxnSpPr>
        <p:spPr>
          <a:xfrm>
            <a:off x="2008623" y="4023362"/>
            <a:ext cx="0" cy="4518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0D18C3B1-1D33-9596-9F40-311787DD11ED}"/>
              </a:ext>
            </a:extLst>
          </p:cNvPr>
          <p:cNvGrpSpPr/>
          <p:nvPr/>
        </p:nvGrpSpPr>
        <p:grpSpPr>
          <a:xfrm>
            <a:off x="435756" y="4863317"/>
            <a:ext cx="1910410" cy="478201"/>
            <a:chOff x="213572" y="3684851"/>
            <a:chExt cx="1910410" cy="478201"/>
          </a:xfrm>
        </p:grpSpPr>
        <p:sp>
          <p:nvSpPr>
            <p:cNvPr id="117" name="Oval 116">
              <a:extLst>
                <a:ext uri="{FF2B5EF4-FFF2-40B4-BE49-F238E27FC236}">
                  <a16:creationId xmlns:a16="http://schemas.microsoft.com/office/drawing/2014/main" id="{B6526F39-426B-2561-90FC-9DCFB9649BA7}"/>
                </a:ext>
              </a:extLst>
            </p:cNvPr>
            <p:cNvSpPr/>
            <p:nvPr/>
          </p:nvSpPr>
          <p:spPr>
            <a:xfrm>
              <a:off x="213572" y="3684851"/>
              <a:ext cx="1879600" cy="461665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27D6BE7A-08C0-AB0A-35BC-E9D1D0D4AA6E}"/>
                </a:ext>
              </a:extLst>
            </p:cNvPr>
            <p:cNvSpPr txBox="1"/>
            <p:nvPr/>
          </p:nvSpPr>
          <p:spPr>
            <a:xfrm>
              <a:off x="616240" y="3701387"/>
              <a:ext cx="15077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dirty="0"/>
                <a:t>รหัสนักศึกา</a:t>
              </a:r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8E0BA510-F322-9F02-AF66-90663E6C4E81}"/>
              </a:ext>
            </a:extLst>
          </p:cNvPr>
          <p:cNvGrpSpPr/>
          <p:nvPr/>
        </p:nvGrpSpPr>
        <p:grpSpPr>
          <a:xfrm>
            <a:off x="2745699" y="5554021"/>
            <a:ext cx="1899370" cy="485763"/>
            <a:chOff x="213572" y="3660753"/>
            <a:chExt cx="1899370" cy="485763"/>
          </a:xfrm>
        </p:grpSpPr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D679A0A5-600C-9AC4-6141-96D6F17887FA}"/>
                </a:ext>
              </a:extLst>
            </p:cNvPr>
            <p:cNvSpPr/>
            <p:nvPr/>
          </p:nvSpPr>
          <p:spPr>
            <a:xfrm>
              <a:off x="213572" y="3684851"/>
              <a:ext cx="1879600" cy="461665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B27156D8-A09E-03A3-02E0-F881577D6890}"/>
                </a:ext>
              </a:extLst>
            </p:cNvPr>
            <p:cNvSpPr txBox="1"/>
            <p:nvPr/>
          </p:nvSpPr>
          <p:spPr>
            <a:xfrm>
              <a:off x="605200" y="3660753"/>
              <a:ext cx="15077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dirty="0"/>
                <a:t>รหัสอาจารย์</a:t>
              </a:r>
            </a:p>
          </p:txBody>
        </p:sp>
      </p:grp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13CEEF7D-EDED-52E6-522B-DCD61EBB7F2D}"/>
              </a:ext>
            </a:extLst>
          </p:cNvPr>
          <p:cNvGrpSpPr/>
          <p:nvPr/>
        </p:nvGrpSpPr>
        <p:grpSpPr>
          <a:xfrm>
            <a:off x="4987959" y="5278588"/>
            <a:ext cx="2078285" cy="471706"/>
            <a:chOff x="213572" y="3674810"/>
            <a:chExt cx="2078285" cy="471706"/>
          </a:xfrm>
        </p:grpSpPr>
        <p:sp>
          <p:nvSpPr>
            <p:cNvPr id="123" name="Oval 122">
              <a:extLst>
                <a:ext uri="{FF2B5EF4-FFF2-40B4-BE49-F238E27FC236}">
                  <a16:creationId xmlns:a16="http://schemas.microsoft.com/office/drawing/2014/main" id="{D81AF50C-5A65-CF58-4DC4-D0FB88A73223}"/>
                </a:ext>
              </a:extLst>
            </p:cNvPr>
            <p:cNvSpPr/>
            <p:nvPr/>
          </p:nvSpPr>
          <p:spPr>
            <a:xfrm>
              <a:off x="213572" y="3684851"/>
              <a:ext cx="1879600" cy="461665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th-TH" dirty="0"/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DFE2FEFC-992C-FFAB-D58C-EFB11DF7EB0F}"/>
                </a:ext>
              </a:extLst>
            </p:cNvPr>
            <p:cNvSpPr txBox="1"/>
            <p:nvPr/>
          </p:nvSpPr>
          <p:spPr>
            <a:xfrm>
              <a:off x="784115" y="3674810"/>
              <a:ext cx="15077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h-TH" sz="2400" dirty="0"/>
                <a:t>รหัสวิชา</a:t>
              </a:r>
            </a:p>
          </p:txBody>
        </p:sp>
      </p:grp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3E35B82C-E38F-FC0E-5E25-1F33065651E3}"/>
              </a:ext>
            </a:extLst>
          </p:cNvPr>
          <p:cNvCxnSpPr>
            <a:cxnSpLocks/>
            <a:stCxn id="91" idx="2"/>
          </p:cNvCxnSpPr>
          <p:nvPr/>
        </p:nvCxnSpPr>
        <p:spPr>
          <a:xfrm>
            <a:off x="4285226" y="4728127"/>
            <a:ext cx="0" cy="47791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3DAE974D-DB3E-AA0A-9D74-A0F09CA17754}"/>
              </a:ext>
            </a:extLst>
          </p:cNvPr>
          <p:cNvCxnSpPr>
            <a:cxnSpLocks/>
          </p:cNvCxnSpPr>
          <p:nvPr/>
        </p:nvCxnSpPr>
        <p:spPr>
          <a:xfrm flipH="1">
            <a:off x="3685499" y="5206043"/>
            <a:ext cx="59972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754FA4D1-A25E-A13F-82E6-C220DA300310}"/>
              </a:ext>
            </a:extLst>
          </p:cNvPr>
          <p:cNvCxnSpPr>
            <a:cxnSpLocks/>
            <a:stCxn id="120" idx="0"/>
          </p:cNvCxnSpPr>
          <p:nvPr/>
        </p:nvCxnSpPr>
        <p:spPr>
          <a:xfrm flipV="1">
            <a:off x="3685499" y="5206043"/>
            <a:ext cx="0" cy="3720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34C7C3E4-F41D-4F63-A841-675AD5CCDB6B}"/>
              </a:ext>
            </a:extLst>
          </p:cNvPr>
          <p:cNvCxnSpPr>
            <a:cxnSpLocks/>
          </p:cNvCxnSpPr>
          <p:nvPr/>
        </p:nvCxnSpPr>
        <p:spPr>
          <a:xfrm>
            <a:off x="4285226" y="4967085"/>
            <a:ext cx="164253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A8CE072D-6727-6D66-E8D4-692C32B941D5}"/>
              </a:ext>
            </a:extLst>
          </p:cNvPr>
          <p:cNvCxnSpPr>
            <a:cxnSpLocks/>
            <a:stCxn id="123" idx="0"/>
          </p:cNvCxnSpPr>
          <p:nvPr/>
        </p:nvCxnSpPr>
        <p:spPr>
          <a:xfrm flipV="1">
            <a:off x="5927759" y="4967085"/>
            <a:ext cx="0" cy="32154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9696915F-5A00-FBEC-C0E8-FFBFC81A5387}"/>
              </a:ext>
            </a:extLst>
          </p:cNvPr>
          <p:cNvCxnSpPr>
            <a:cxnSpLocks/>
            <a:stCxn id="117" idx="6"/>
          </p:cNvCxnSpPr>
          <p:nvPr/>
        </p:nvCxnSpPr>
        <p:spPr>
          <a:xfrm flipV="1">
            <a:off x="2315356" y="5086253"/>
            <a:ext cx="1969870" cy="789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5099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423EEEBC-3153-756D-4A44-01B42E8EC244}"/>
              </a:ext>
            </a:extLst>
          </p:cNvPr>
          <p:cNvSpPr txBox="1"/>
          <p:nvPr/>
        </p:nvSpPr>
        <p:spPr>
          <a:xfrm>
            <a:off x="1912311" y="3466980"/>
            <a:ext cx="67035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Field              Data Type         length            Description</a:t>
            </a:r>
            <a:endParaRPr lang="th-TH"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1DA19F6-DAC3-36BB-BE8C-31F62F528518}"/>
              </a:ext>
            </a:extLst>
          </p:cNvPr>
          <p:cNvSpPr txBox="1"/>
          <p:nvPr/>
        </p:nvSpPr>
        <p:spPr>
          <a:xfrm>
            <a:off x="1903844" y="3956006"/>
            <a:ext cx="670074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2400" dirty="0"/>
              <a:t>รหัสนักศึกษา</a:t>
            </a:r>
            <a:r>
              <a:rPr lang="en-US" sz="2400" dirty="0"/>
              <a:t>       long integer     10                    Primary key</a:t>
            </a:r>
          </a:p>
          <a:p>
            <a:r>
              <a:rPr lang="th-TH" sz="2400" dirty="0"/>
              <a:t>ชื่อ</a:t>
            </a:r>
            <a:r>
              <a:rPr lang="en-US" sz="2400" dirty="0"/>
              <a:t>-</a:t>
            </a:r>
            <a:r>
              <a:rPr lang="th-TH" sz="2400" dirty="0"/>
              <a:t>สกุล               </a:t>
            </a:r>
            <a:r>
              <a:rPr lang="en-US" sz="2400" dirty="0"/>
              <a:t>Text                      50</a:t>
            </a:r>
          </a:p>
          <a:p>
            <a:r>
              <a:rPr lang="en-US" sz="2400" dirty="0"/>
              <a:t>Tel                   Text                      10</a:t>
            </a:r>
          </a:p>
          <a:p>
            <a:r>
              <a:rPr lang="en-US" sz="2400" dirty="0"/>
              <a:t>Subject         int                          6</a:t>
            </a:r>
            <a:endParaRPr lang="th-TH" sz="2400"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78A6296-C173-FF89-2574-A633D67E878A}"/>
              </a:ext>
            </a:extLst>
          </p:cNvPr>
          <p:cNvGrpSpPr/>
          <p:nvPr/>
        </p:nvGrpSpPr>
        <p:grpSpPr>
          <a:xfrm>
            <a:off x="1852885" y="3422928"/>
            <a:ext cx="7148564" cy="554285"/>
            <a:chOff x="1701867" y="3272085"/>
            <a:chExt cx="7148564" cy="554285"/>
          </a:xfrm>
        </p:grpSpPr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5F8C8B9B-EC03-FD11-5120-BB6C88BB42AD}"/>
                </a:ext>
              </a:extLst>
            </p:cNvPr>
            <p:cNvCxnSpPr>
              <a:cxnSpLocks/>
            </p:cNvCxnSpPr>
            <p:nvPr/>
          </p:nvCxnSpPr>
          <p:spPr>
            <a:xfrm>
              <a:off x="1701867" y="3826370"/>
              <a:ext cx="71458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435F6A13-00F1-7403-3A02-445618166887}"/>
                </a:ext>
              </a:extLst>
            </p:cNvPr>
            <p:cNvCxnSpPr/>
            <p:nvPr/>
          </p:nvCxnSpPr>
          <p:spPr>
            <a:xfrm flipV="1">
              <a:off x="1701867" y="3276600"/>
              <a:ext cx="0" cy="54977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96910EF-C87A-8710-53FB-CCBEA3034F0E}"/>
                </a:ext>
              </a:extLst>
            </p:cNvPr>
            <p:cNvCxnSpPr>
              <a:cxnSpLocks/>
            </p:cNvCxnSpPr>
            <p:nvPr/>
          </p:nvCxnSpPr>
          <p:spPr>
            <a:xfrm>
              <a:off x="1704631" y="3276600"/>
              <a:ext cx="71458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E38D82E-DAFB-A2A3-6900-A5BC6C744908}"/>
                </a:ext>
              </a:extLst>
            </p:cNvPr>
            <p:cNvCxnSpPr/>
            <p:nvPr/>
          </p:nvCxnSpPr>
          <p:spPr>
            <a:xfrm flipV="1">
              <a:off x="8847667" y="3272085"/>
              <a:ext cx="0" cy="54977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ED9E2D1B-8291-5CEF-28D7-E965F18CE6DB}"/>
              </a:ext>
            </a:extLst>
          </p:cNvPr>
          <p:cNvGrpSpPr/>
          <p:nvPr/>
        </p:nvGrpSpPr>
        <p:grpSpPr>
          <a:xfrm>
            <a:off x="1852885" y="3987187"/>
            <a:ext cx="7145800" cy="339280"/>
            <a:chOff x="1852885" y="3987187"/>
            <a:chExt cx="7145800" cy="339280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1575870-7191-7B28-B038-9C1B944866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52885" y="3987187"/>
              <a:ext cx="0" cy="3392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178BD66-DB36-F40C-F931-18C1DE50A969}"/>
                </a:ext>
              </a:extLst>
            </p:cNvPr>
            <p:cNvCxnSpPr>
              <a:cxnSpLocks/>
            </p:cNvCxnSpPr>
            <p:nvPr/>
          </p:nvCxnSpPr>
          <p:spPr>
            <a:xfrm>
              <a:off x="1852885" y="4326467"/>
              <a:ext cx="71458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085EE7E3-CFB4-0032-CECE-0A2A63705F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98685" y="3987187"/>
              <a:ext cx="0" cy="3392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CADC4AA4-3EAC-B0CD-5555-6E6BEBFADD48}"/>
              </a:ext>
            </a:extLst>
          </p:cNvPr>
          <p:cNvGrpSpPr/>
          <p:nvPr/>
        </p:nvGrpSpPr>
        <p:grpSpPr>
          <a:xfrm>
            <a:off x="1852885" y="4336440"/>
            <a:ext cx="7145800" cy="339280"/>
            <a:chOff x="1852885" y="3987187"/>
            <a:chExt cx="7145800" cy="339280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045000DF-8221-CBCC-55CD-035227B980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52885" y="3987187"/>
              <a:ext cx="0" cy="3392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66D251ED-88BE-B235-8AF7-2E3FBD2B7042}"/>
                </a:ext>
              </a:extLst>
            </p:cNvPr>
            <p:cNvCxnSpPr>
              <a:cxnSpLocks/>
            </p:cNvCxnSpPr>
            <p:nvPr/>
          </p:nvCxnSpPr>
          <p:spPr>
            <a:xfrm>
              <a:off x="1852885" y="4326467"/>
              <a:ext cx="71458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3F3EDE90-7633-211A-5ED1-F36B9CC764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98685" y="3987187"/>
              <a:ext cx="0" cy="3392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5B3C21DA-2E86-1D8A-2434-8D12B3AEEFA6}"/>
              </a:ext>
            </a:extLst>
          </p:cNvPr>
          <p:cNvGrpSpPr/>
          <p:nvPr/>
        </p:nvGrpSpPr>
        <p:grpSpPr>
          <a:xfrm>
            <a:off x="1852885" y="4655526"/>
            <a:ext cx="7145795" cy="407796"/>
            <a:chOff x="1852885" y="3987187"/>
            <a:chExt cx="7145800" cy="339280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B9A98F99-159D-707B-9118-4503AB4D70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52885" y="3987187"/>
              <a:ext cx="0" cy="3392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1098D3E6-5EEF-DEE2-44A9-85F7B6AB89A0}"/>
                </a:ext>
              </a:extLst>
            </p:cNvPr>
            <p:cNvCxnSpPr>
              <a:cxnSpLocks/>
            </p:cNvCxnSpPr>
            <p:nvPr/>
          </p:nvCxnSpPr>
          <p:spPr>
            <a:xfrm>
              <a:off x="1852885" y="4326467"/>
              <a:ext cx="71458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0AE2A9D3-2D04-8B59-9F18-E2BA51E9BD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98685" y="3987187"/>
              <a:ext cx="0" cy="3392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6E43EA5-0647-00B3-6928-B93395DB4315}"/>
              </a:ext>
            </a:extLst>
          </p:cNvPr>
          <p:cNvGrpSpPr/>
          <p:nvPr/>
        </p:nvGrpSpPr>
        <p:grpSpPr>
          <a:xfrm>
            <a:off x="1852885" y="5063322"/>
            <a:ext cx="7145800" cy="339280"/>
            <a:chOff x="1852885" y="3987187"/>
            <a:chExt cx="7145800" cy="339280"/>
          </a:xfrm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6A3CEA7F-E4A4-5194-5706-B2796D1CF0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52885" y="3987187"/>
              <a:ext cx="0" cy="3392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EA0673A8-F3A7-2B1D-BA9E-9F7C5FD371AF}"/>
                </a:ext>
              </a:extLst>
            </p:cNvPr>
            <p:cNvCxnSpPr>
              <a:cxnSpLocks/>
            </p:cNvCxnSpPr>
            <p:nvPr/>
          </p:nvCxnSpPr>
          <p:spPr>
            <a:xfrm>
              <a:off x="1852885" y="4326467"/>
              <a:ext cx="71458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778469D-51CC-9DE9-8E21-7CBF754237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98685" y="3987187"/>
              <a:ext cx="0" cy="33928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B116CDC8-D746-027F-E24D-523D5CF62079}"/>
              </a:ext>
            </a:extLst>
          </p:cNvPr>
          <p:cNvCxnSpPr>
            <a:cxnSpLocks/>
          </p:cNvCxnSpPr>
          <p:nvPr/>
        </p:nvCxnSpPr>
        <p:spPr>
          <a:xfrm>
            <a:off x="3275037" y="3422928"/>
            <a:ext cx="0" cy="19796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EA883194-DD28-0421-34AC-6833A10B71DF}"/>
              </a:ext>
            </a:extLst>
          </p:cNvPr>
          <p:cNvCxnSpPr>
            <a:cxnSpLocks/>
          </p:cNvCxnSpPr>
          <p:nvPr/>
        </p:nvCxnSpPr>
        <p:spPr>
          <a:xfrm>
            <a:off x="5171570" y="3422928"/>
            <a:ext cx="0" cy="19796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48F69C8-91F6-553F-6C95-304C0E0BE5D7}"/>
              </a:ext>
            </a:extLst>
          </p:cNvPr>
          <p:cNvCxnSpPr>
            <a:cxnSpLocks/>
          </p:cNvCxnSpPr>
          <p:nvPr/>
        </p:nvCxnSpPr>
        <p:spPr>
          <a:xfrm>
            <a:off x="6610903" y="3422928"/>
            <a:ext cx="0" cy="19796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2E8E636-23EE-B40B-3537-DD6032541639}"/>
              </a:ext>
            </a:extLst>
          </p:cNvPr>
          <p:cNvGrpSpPr/>
          <p:nvPr/>
        </p:nvGrpSpPr>
        <p:grpSpPr>
          <a:xfrm>
            <a:off x="2530215" y="841204"/>
            <a:ext cx="5791133" cy="1974255"/>
            <a:chOff x="1701867" y="995821"/>
            <a:chExt cx="5791133" cy="197425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B5738AB-633F-F5AC-F1BE-A643DA2FFDC6}"/>
                </a:ext>
              </a:extLst>
            </p:cNvPr>
            <p:cNvGrpSpPr/>
            <p:nvPr/>
          </p:nvGrpSpPr>
          <p:grpSpPr>
            <a:xfrm>
              <a:off x="1701867" y="995821"/>
              <a:ext cx="5791133" cy="1451046"/>
              <a:chOff x="91243" y="364919"/>
              <a:chExt cx="6919157" cy="1774910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8EC85F2-BFCB-DDC0-6B8B-FBA007B88F8A}"/>
                  </a:ext>
                </a:extLst>
              </p:cNvPr>
              <p:cNvSpPr/>
              <p:nvPr/>
            </p:nvSpPr>
            <p:spPr>
              <a:xfrm>
                <a:off x="2457917" y="1564096"/>
                <a:ext cx="1574800" cy="575733"/>
              </a:xfrm>
              <a:prstGeom prst="rect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th-TH" b="1" dirty="0"/>
                  <a:t>นักศึกษา</a:t>
                </a:r>
              </a:p>
            </p:txBody>
          </p: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FE69941E-46D8-87FC-8788-3E9DD5AA3443}"/>
                  </a:ext>
                </a:extLst>
              </p:cNvPr>
              <p:cNvGrpSpPr/>
              <p:nvPr/>
            </p:nvGrpSpPr>
            <p:grpSpPr>
              <a:xfrm>
                <a:off x="1058333" y="364919"/>
                <a:ext cx="2186984" cy="1199177"/>
                <a:chOff x="1058333" y="364919"/>
                <a:chExt cx="2186984" cy="1199177"/>
              </a:xfrm>
            </p:grpSpPr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F245A3C6-5622-48CB-93EF-91300021772B}"/>
                    </a:ext>
                  </a:extLst>
                </p:cNvPr>
                <p:cNvSpPr/>
                <p:nvPr/>
              </p:nvSpPr>
              <p:spPr>
                <a:xfrm>
                  <a:off x="1058333" y="395697"/>
                  <a:ext cx="1879600" cy="461665"/>
                </a:xfrm>
                <a:prstGeom prst="ellipse">
                  <a:avLst/>
                </a:prstGeom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th-TH" dirty="0"/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D722A56F-E7A1-3653-BEC2-61E8E0F31BA3}"/>
                    </a:ext>
                  </a:extLst>
                </p:cNvPr>
                <p:cNvSpPr txBox="1"/>
                <p:nvPr/>
              </p:nvSpPr>
              <p:spPr>
                <a:xfrm>
                  <a:off x="1333499" y="364919"/>
                  <a:ext cx="1545984" cy="5647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th-TH" sz="2400" dirty="0"/>
                    <a:t>รหัสนักศึกษา</a:t>
                  </a:r>
                </a:p>
              </p:txBody>
            </p:sp>
            <p:cxnSp>
              <p:nvCxnSpPr>
                <p:cNvPr id="21" name="Straight Arrow Connector 20">
                  <a:extLst>
                    <a:ext uri="{FF2B5EF4-FFF2-40B4-BE49-F238E27FC236}">
                      <a16:creationId xmlns:a16="http://schemas.microsoft.com/office/drawing/2014/main" id="{79FD579D-9794-F8A5-755E-5D3821E66CD0}"/>
                    </a:ext>
                  </a:extLst>
                </p:cNvPr>
                <p:cNvCxnSpPr>
                  <a:stCxn id="5" idx="0"/>
                  <a:endCxn id="20" idx="2"/>
                </p:cNvCxnSpPr>
                <p:nvPr/>
              </p:nvCxnSpPr>
              <p:spPr>
                <a:xfrm flipH="1" flipV="1">
                  <a:off x="2106491" y="929624"/>
                  <a:ext cx="1138826" cy="634472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019727E2-6BFD-54A3-13F1-78B1CEEBFAE6}"/>
                  </a:ext>
                </a:extLst>
              </p:cNvPr>
              <p:cNvGrpSpPr/>
              <p:nvPr/>
            </p:nvGrpSpPr>
            <p:grpSpPr>
              <a:xfrm>
                <a:off x="3245317" y="453215"/>
                <a:ext cx="2596683" cy="1110881"/>
                <a:chOff x="3245317" y="453215"/>
                <a:chExt cx="2596683" cy="1110881"/>
              </a:xfrm>
            </p:grpSpPr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6306392C-A246-BF83-60D7-AB0653ABB4E7}"/>
                    </a:ext>
                  </a:extLst>
                </p:cNvPr>
                <p:cNvSpPr/>
                <p:nvPr/>
              </p:nvSpPr>
              <p:spPr>
                <a:xfrm>
                  <a:off x="3962400" y="492406"/>
                  <a:ext cx="1879600" cy="461665"/>
                </a:xfrm>
                <a:prstGeom prst="ellipse">
                  <a:avLst/>
                </a:prstGeom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th-TH" dirty="0"/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422C1CBF-CA74-13B0-250E-D00FFCB1A177}"/>
                    </a:ext>
                  </a:extLst>
                </p:cNvPr>
                <p:cNvSpPr txBox="1"/>
                <p:nvPr/>
              </p:nvSpPr>
              <p:spPr>
                <a:xfrm>
                  <a:off x="4514405" y="453215"/>
                  <a:ext cx="952259" cy="56470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th-TH" sz="2400" dirty="0"/>
                    <a:t>ชื่อสกุล</a:t>
                  </a:r>
                </a:p>
              </p:txBody>
            </p:sp>
            <p:cxnSp>
              <p:nvCxnSpPr>
                <p:cNvPr id="18" name="Straight Arrow Connector 17">
                  <a:extLst>
                    <a:ext uri="{FF2B5EF4-FFF2-40B4-BE49-F238E27FC236}">
                      <a16:creationId xmlns:a16="http://schemas.microsoft.com/office/drawing/2014/main" id="{D8515B28-7D07-1C96-5963-E11022E26379}"/>
                    </a:ext>
                  </a:extLst>
                </p:cNvPr>
                <p:cNvCxnSpPr>
                  <a:cxnSpLocks/>
                  <a:stCxn id="5" idx="0"/>
                  <a:endCxn id="17" idx="2"/>
                </p:cNvCxnSpPr>
                <p:nvPr/>
              </p:nvCxnSpPr>
              <p:spPr>
                <a:xfrm flipV="1">
                  <a:off x="3245317" y="1017921"/>
                  <a:ext cx="1745218" cy="546175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9F77E997-4A3E-F48D-3282-43A88EF2DA19}"/>
                  </a:ext>
                </a:extLst>
              </p:cNvPr>
              <p:cNvGrpSpPr/>
              <p:nvPr/>
            </p:nvGrpSpPr>
            <p:grpSpPr>
              <a:xfrm>
                <a:off x="4032717" y="1564096"/>
                <a:ext cx="2977683" cy="564706"/>
                <a:chOff x="4032717" y="1564096"/>
                <a:chExt cx="2977683" cy="564706"/>
              </a:xfrm>
            </p:grpSpPr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7CCDFE37-DD88-D181-7CD7-89184F5EC77F}"/>
                    </a:ext>
                  </a:extLst>
                </p:cNvPr>
                <p:cNvSpPr/>
                <p:nvPr/>
              </p:nvSpPr>
              <p:spPr>
                <a:xfrm>
                  <a:off x="5130800" y="1594874"/>
                  <a:ext cx="1879600" cy="461665"/>
                </a:xfrm>
                <a:prstGeom prst="ellipse">
                  <a:avLst/>
                </a:prstGeom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th-TH" dirty="0"/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6DE5011-A877-E5A7-F3BE-A2B1CF3558E4}"/>
                    </a:ext>
                  </a:extLst>
                </p:cNvPr>
                <p:cNvSpPr txBox="1"/>
                <p:nvPr/>
              </p:nvSpPr>
              <p:spPr>
                <a:xfrm>
                  <a:off x="5414010" y="1564096"/>
                  <a:ext cx="1161021" cy="56470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th-TH" sz="2400" dirty="0"/>
                    <a:t>สาขาวิชา</a:t>
                  </a:r>
                </a:p>
              </p:txBody>
            </p:sp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id="{878E82E5-B4FE-5140-4A05-0EE87A6C44E4}"/>
                    </a:ext>
                  </a:extLst>
                </p:cNvPr>
                <p:cNvCxnSpPr>
                  <a:cxnSpLocks/>
                  <a:stCxn id="5" idx="3"/>
                  <a:endCxn id="13" idx="2"/>
                </p:cNvCxnSpPr>
                <p:nvPr/>
              </p:nvCxnSpPr>
              <p:spPr>
                <a:xfrm flipV="1">
                  <a:off x="4032717" y="1825707"/>
                  <a:ext cx="1098083" cy="26256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91A32639-2BCD-07AD-B524-B0B2400FF1AC}"/>
                  </a:ext>
                </a:extLst>
              </p:cNvPr>
              <p:cNvGrpSpPr/>
              <p:nvPr/>
            </p:nvGrpSpPr>
            <p:grpSpPr>
              <a:xfrm>
                <a:off x="91243" y="1034375"/>
                <a:ext cx="2366674" cy="817588"/>
                <a:chOff x="870377" y="-409248"/>
                <a:chExt cx="2366674" cy="817588"/>
              </a:xfrm>
            </p:grpSpPr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A612E6BB-8DF0-AA74-ECDE-5CECC1075A08}"/>
                    </a:ext>
                  </a:extLst>
                </p:cNvPr>
                <p:cNvSpPr/>
                <p:nvPr/>
              </p:nvSpPr>
              <p:spPr>
                <a:xfrm>
                  <a:off x="870377" y="-357728"/>
                  <a:ext cx="1879600" cy="461665"/>
                </a:xfrm>
                <a:prstGeom prst="ellipse">
                  <a:avLst/>
                </a:prstGeom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th-TH" dirty="0"/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BCEF3557-62E9-50E0-288E-AACBD2315E2C}"/>
                    </a:ext>
                  </a:extLst>
                </p:cNvPr>
                <p:cNvSpPr txBox="1"/>
                <p:nvPr/>
              </p:nvSpPr>
              <p:spPr>
                <a:xfrm>
                  <a:off x="1224267" y="-409248"/>
                  <a:ext cx="1126547" cy="5647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th-TH" sz="2400" dirty="0"/>
                    <a:t>คณะวิชา</a:t>
                  </a:r>
                </a:p>
              </p:txBody>
            </p:sp>
            <p:cxnSp>
              <p:nvCxnSpPr>
                <p:cNvPr id="12" name="Straight Arrow Connector 11">
                  <a:extLst>
                    <a:ext uri="{FF2B5EF4-FFF2-40B4-BE49-F238E27FC236}">
                      <a16:creationId xmlns:a16="http://schemas.microsoft.com/office/drawing/2014/main" id="{6341F6D4-B98F-F011-98C9-8802DB33B5DE}"/>
                    </a:ext>
                  </a:extLst>
                </p:cNvPr>
                <p:cNvCxnSpPr>
                  <a:cxnSpLocks/>
                  <a:stCxn id="5" idx="1"/>
                  <a:endCxn id="11" idx="2"/>
                </p:cNvCxnSpPr>
                <p:nvPr/>
              </p:nvCxnSpPr>
              <p:spPr>
                <a:xfrm flipH="1" flipV="1">
                  <a:off x="1787542" y="155457"/>
                  <a:ext cx="1449509" cy="252883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C1A8FB1-18AA-A2FB-320C-3823A6FC2BDD}"/>
                </a:ext>
              </a:extLst>
            </p:cNvPr>
            <p:cNvSpPr/>
            <p:nvPr/>
          </p:nvSpPr>
          <p:spPr>
            <a:xfrm>
              <a:off x="5919830" y="2592650"/>
              <a:ext cx="1573170" cy="377426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th-TH" sz="2400" dirty="0"/>
                <a:t>เบอร์โทร</a:t>
              </a:r>
            </a:p>
          </p:txBody>
        </p:sp>
        <p:cxnSp>
          <p:nvCxnSpPr>
            <p:cNvPr id="3" name="Straight Arrow Connector 2">
              <a:extLst>
                <a:ext uri="{FF2B5EF4-FFF2-40B4-BE49-F238E27FC236}">
                  <a16:creationId xmlns:a16="http://schemas.microsoft.com/office/drawing/2014/main" id="{32DC8107-5C61-7CBA-A486-759D1368043F}"/>
                </a:ext>
              </a:extLst>
            </p:cNvPr>
            <p:cNvCxnSpPr>
              <a:cxnSpLocks/>
              <a:stCxn id="5" idx="3"/>
              <a:endCxn id="25" idx="2"/>
            </p:cNvCxnSpPr>
            <p:nvPr/>
          </p:nvCxnSpPr>
          <p:spPr>
            <a:xfrm>
              <a:off x="5000766" y="2211527"/>
              <a:ext cx="919064" cy="56983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62036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138</Words>
  <Application>Microsoft Office PowerPoint</Application>
  <PresentationFormat>Widescreen</PresentationFormat>
  <Paragraphs>60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ncservice_224@outlook.com</dc:creator>
  <cp:lastModifiedBy>ncservice_224@outlook.com</cp:lastModifiedBy>
  <cp:revision>14</cp:revision>
  <dcterms:created xsi:type="dcterms:W3CDTF">2026-10-08T03:53:03Z</dcterms:created>
  <dcterms:modified xsi:type="dcterms:W3CDTF">2026-10-22T07:21:41Z</dcterms:modified>
</cp:coreProperties>
</file>